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D06D74-FDBB-7E4C-9AA2-8577CD29EACC}" v="83" dt="2025-02-21T00:53:35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13" d="100"/>
          <a:sy n="113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, Ragib" userId="ba5e79d4-cfa6-40d1-a69d-8a3d92f890fb" providerId="ADAL" clId="{68D06D74-FDBB-7E4C-9AA2-8577CD29EACC}"/>
    <pc:docChg chg="undo redo custSel addSld delSld modSld">
      <pc:chgData name="Hasan, Ragib" userId="ba5e79d4-cfa6-40d1-a69d-8a3d92f890fb" providerId="ADAL" clId="{68D06D74-FDBB-7E4C-9AA2-8577CD29EACC}" dt="2025-02-21T00:55:22.563" v="7289" actId="2696"/>
      <pc:docMkLst>
        <pc:docMk/>
      </pc:docMkLst>
      <pc:sldChg chg="modSp add del mod">
        <pc:chgData name="Hasan, Ragib" userId="ba5e79d4-cfa6-40d1-a69d-8a3d92f890fb" providerId="ADAL" clId="{68D06D74-FDBB-7E4C-9AA2-8577CD29EACC}" dt="2025-02-21T00:53:49.531" v="7287" actId="20577"/>
        <pc:sldMkLst>
          <pc:docMk/>
          <pc:sldMk cId="1246267043" sldId="257"/>
        </pc:sldMkLst>
        <pc:spChg chg="mod">
          <ac:chgData name="Hasan, Ragib" userId="ba5e79d4-cfa6-40d1-a69d-8a3d92f890fb" providerId="ADAL" clId="{68D06D74-FDBB-7E4C-9AA2-8577CD29EACC}" dt="2025-02-21T00:53:49.531" v="7287" actId="20577"/>
          <ac:spMkLst>
            <pc:docMk/>
            <pc:sldMk cId="1246267043" sldId="257"/>
            <ac:spMk id="6" creationId="{C71C8AC0-1034-CAD5-9ABA-5026E6910151}"/>
          </ac:spMkLst>
        </pc:spChg>
      </pc:sldChg>
      <pc:sldChg chg="addSp modSp new mod setBg">
        <pc:chgData name="Hasan, Ragib" userId="ba5e79d4-cfa6-40d1-a69d-8a3d92f890fb" providerId="ADAL" clId="{68D06D74-FDBB-7E4C-9AA2-8577CD29EACC}" dt="2025-02-17T03:32:48.092" v="677" actId="26606"/>
        <pc:sldMkLst>
          <pc:docMk/>
          <pc:sldMk cId="516988548" sldId="269"/>
        </pc:sldMkLst>
        <pc:spChg chg="mod">
          <ac:chgData name="Hasan, Ragib" userId="ba5e79d4-cfa6-40d1-a69d-8a3d92f890fb" providerId="ADAL" clId="{68D06D74-FDBB-7E4C-9AA2-8577CD29EACC}" dt="2025-02-17T03:32:48.092" v="677" actId="26606"/>
          <ac:spMkLst>
            <pc:docMk/>
            <pc:sldMk cId="516988548" sldId="269"/>
            <ac:spMk id="2" creationId="{6ED0C9A8-AD02-AC9E-47E8-BB2A03A318F3}"/>
          </ac:spMkLst>
        </pc:spChg>
        <pc:spChg chg="mod">
          <ac:chgData name="Hasan, Ragib" userId="ba5e79d4-cfa6-40d1-a69d-8a3d92f890fb" providerId="ADAL" clId="{68D06D74-FDBB-7E4C-9AA2-8577CD29EACC}" dt="2025-02-17T03:32:48.092" v="677" actId="26606"/>
          <ac:spMkLst>
            <pc:docMk/>
            <pc:sldMk cId="516988548" sldId="269"/>
            <ac:spMk id="3" creationId="{FDF382AF-C31A-0B2B-73B8-D77139A4E9EE}"/>
          </ac:spMkLst>
        </pc:spChg>
        <pc:spChg chg="add">
          <ac:chgData name="Hasan, Ragib" userId="ba5e79d4-cfa6-40d1-a69d-8a3d92f890fb" providerId="ADAL" clId="{68D06D74-FDBB-7E4C-9AA2-8577CD29EACC}" dt="2025-02-17T03:32:48.092" v="677" actId="26606"/>
          <ac:spMkLst>
            <pc:docMk/>
            <pc:sldMk cId="516988548" sldId="269"/>
            <ac:spMk id="8" creationId="{18873D23-2DCF-4B31-A009-95721C06E8E1}"/>
          </ac:spMkLst>
        </pc:spChg>
        <pc:spChg chg="add">
          <ac:chgData name="Hasan, Ragib" userId="ba5e79d4-cfa6-40d1-a69d-8a3d92f890fb" providerId="ADAL" clId="{68D06D74-FDBB-7E4C-9AA2-8577CD29EACC}" dt="2025-02-17T03:32:48.092" v="677" actId="26606"/>
          <ac:spMkLst>
            <pc:docMk/>
            <pc:sldMk cId="516988548" sldId="269"/>
            <ac:spMk id="10" creationId="{C13EF075-D4EF-4929-ADBC-91B27DA19955}"/>
          </ac:spMkLst>
        </pc:spChg>
        <pc:grpChg chg="add">
          <ac:chgData name="Hasan, Ragib" userId="ba5e79d4-cfa6-40d1-a69d-8a3d92f890fb" providerId="ADAL" clId="{68D06D74-FDBB-7E4C-9AA2-8577CD29EACC}" dt="2025-02-17T03:32:48.092" v="677" actId="26606"/>
          <ac:grpSpMkLst>
            <pc:docMk/>
            <pc:sldMk cId="516988548" sldId="269"/>
            <ac:grpSpMk id="12" creationId="{DAA26DFA-AAB2-4973-9C17-16D587C7B198}"/>
          </ac:grpSpMkLst>
        </pc:grpChg>
      </pc:sldChg>
      <pc:sldChg chg="modSp new del mod">
        <pc:chgData name="Hasan, Ragib" userId="ba5e79d4-cfa6-40d1-a69d-8a3d92f890fb" providerId="ADAL" clId="{68D06D74-FDBB-7E4C-9AA2-8577CD29EACC}" dt="2025-02-21T00:52:29.336" v="7256" actId="2696"/>
        <pc:sldMkLst>
          <pc:docMk/>
          <pc:sldMk cId="3251845850" sldId="270"/>
        </pc:sldMkLst>
      </pc:sldChg>
      <pc:sldChg chg="addSp delSp modSp new del mod setBg">
        <pc:chgData name="Hasan, Ragib" userId="ba5e79d4-cfa6-40d1-a69d-8a3d92f890fb" providerId="ADAL" clId="{68D06D74-FDBB-7E4C-9AA2-8577CD29EACC}" dt="2025-02-21T00:52:29.336" v="7256" actId="2696"/>
        <pc:sldMkLst>
          <pc:docMk/>
          <pc:sldMk cId="1181269395" sldId="271"/>
        </pc:sldMkLst>
      </pc:sldChg>
      <pc:sldChg chg="modSp new del mod">
        <pc:chgData name="Hasan, Ragib" userId="ba5e79d4-cfa6-40d1-a69d-8a3d92f890fb" providerId="ADAL" clId="{68D06D74-FDBB-7E4C-9AA2-8577CD29EACC}" dt="2025-02-21T00:52:29.336" v="7256" actId="2696"/>
        <pc:sldMkLst>
          <pc:docMk/>
          <pc:sldMk cId="2097504099" sldId="272"/>
        </pc:sldMkLst>
      </pc:sldChg>
      <pc:sldChg chg="addSp modSp new del mod setBg">
        <pc:chgData name="Hasan, Ragib" userId="ba5e79d4-cfa6-40d1-a69d-8a3d92f890fb" providerId="ADAL" clId="{68D06D74-FDBB-7E4C-9AA2-8577CD29EACC}" dt="2025-02-21T00:52:29.336" v="7256" actId="2696"/>
        <pc:sldMkLst>
          <pc:docMk/>
          <pc:sldMk cId="2007980362" sldId="273"/>
        </pc:sldMkLst>
      </pc:sldChg>
      <pc:sldChg chg="addSp modSp new del mod setBg">
        <pc:chgData name="Hasan, Ragib" userId="ba5e79d4-cfa6-40d1-a69d-8a3d92f890fb" providerId="ADAL" clId="{68D06D74-FDBB-7E4C-9AA2-8577CD29EACC}" dt="2025-02-21T00:52:29.336" v="7256" actId="2696"/>
        <pc:sldMkLst>
          <pc:docMk/>
          <pc:sldMk cId="1101719632" sldId="274"/>
        </pc:sldMkLst>
      </pc:sldChg>
      <pc:sldChg chg="addSp modSp new del mod setBg">
        <pc:chgData name="Hasan, Ragib" userId="ba5e79d4-cfa6-40d1-a69d-8a3d92f890fb" providerId="ADAL" clId="{68D06D74-FDBB-7E4C-9AA2-8577CD29EACC}" dt="2025-02-21T00:52:29.336" v="7256" actId="2696"/>
        <pc:sldMkLst>
          <pc:docMk/>
          <pc:sldMk cId="1104922957" sldId="275"/>
        </pc:sldMkLst>
      </pc:sldChg>
      <pc:sldChg chg="addSp delSp modSp new del mod setBg">
        <pc:chgData name="Hasan, Ragib" userId="ba5e79d4-cfa6-40d1-a69d-8a3d92f890fb" providerId="ADAL" clId="{68D06D74-FDBB-7E4C-9AA2-8577CD29EACC}" dt="2025-02-21T00:52:29.336" v="7256" actId="2696"/>
        <pc:sldMkLst>
          <pc:docMk/>
          <pc:sldMk cId="1238550473" sldId="276"/>
        </pc:sldMkLst>
      </pc:sldChg>
      <pc:sldChg chg="addSp modSp new del mod">
        <pc:chgData name="Hasan, Ragib" userId="ba5e79d4-cfa6-40d1-a69d-8a3d92f890fb" providerId="ADAL" clId="{68D06D74-FDBB-7E4C-9AA2-8577CD29EACC}" dt="2025-02-21T00:52:29.336" v="7256" actId="2696"/>
        <pc:sldMkLst>
          <pc:docMk/>
          <pc:sldMk cId="3128574678" sldId="277"/>
        </pc:sldMkLst>
      </pc:sldChg>
      <pc:sldChg chg="modSp new del mod">
        <pc:chgData name="Hasan, Ragib" userId="ba5e79d4-cfa6-40d1-a69d-8a3d92f890fb" providerId="ADAL" clId="{68D06D74-FDBB-7E4C-9AA2-8577CD29EACC}" dt="2025-02-21T00:54:25.714" v="7288" actId="2696"/>
        <pc:sldMkLst>
          <pc:docMk/>
          <pc:sldMk cId="918750341" sldId="278"/>
        </pc:sldMkLst>
        <pc:spChg chg="mod">
          <ac:chgData name="Hasan, Ragib" userId="ba5e79d4-cfa6-40d1-a69d-8a3d92f890fb" providerId="ADAL" clId="{68D06D74-FDBB-7E4C-9AA2-8577CD29EACC}" dt="2025-02-17T08:47:27.597" v="2830" actId="20577"/>
          <ac:spMkLst>
            <pc:docMk/>
            <pc:sldMk cId="918750341" sldId="278"/>
            <ac:spMk id="2" creationId="{01A1F07E-609D-2479-1213-0414C15254E9}"/>
          </ac:spMkLst>
        </pc:spChg>
        <pc:spChg chg="mod">
          <ac:chgData name="Hasan, Ragib" userId="ba5e79d4-cfa6-40d1-a69d-8a3d92f890fb" providerId="ADAL" clId="{68D06D74-FDBB-7E4C-9AA2-8577CD29EACC}" dt="2025-02-17T08:50:16.442" v="3189" actId="20577"/>
          <ac:spMkLst>
            <pc:docMk/>
            <pc:sldMk cId="918750341" sldId="278"/>
            <ac:spMk id="3" creationId="{0C782BC8-3CC1-155B-C127-05DDBD0E1873}"/>
          </ac:spMkLst>
        </pc:spChg>
      </pc:sldChg>
      <pc:sldChg chg="modSp new del mod">
        <pc:chgData name="Hasan, Ragib" userId="ba5e79d4-cfa6-40d1-a69d-8a3d92f890fb" providerId="ADAL" clId="{68D06D74-FDBB-7E4C-9AA2-8577CD29EACC}" dt="2025-02-21T00:54:25.714" v="7288" actId="2696"/>
        <pc:sldMkLst>
          <pc:docMk/>
          <pc:sldMk cId="563394263" sldId="279"/>
        </pc:sldMkLst>
        <pc:spChg chg="mod">
          <ac:chgData name="Hasan, Ragib" userId="ba5e79d4-cfa6-40d1-a69d-8a3d92f890fb" providerId="ADAL" clId="{68D06D74-FDBB-7E4C-9AA2-8577CD29EACC}" dt="2025-02-17T08:50:29.556" v="3228" actId="20577"/>
          <ac:spMkLst>
            <pc:docMk/>
            <pc:sldMk cId="563394263" sldId="279"/>
            <ac:spMk id="2" creationId="{2EC4888A-E34B-3A54-D6CF-B4929226023E}"/>
          </ac:spMkLst>
        </pc:spChg>
        <pc:spChg chg="mod">
          <ac:chgData name="Hasan, Ragib" userId="ba5e79d4-cfa6-40d1-a69d-8a3d92f890fb" providerId="ADAL" clId="{68D06D74-FDBB-7E4C-9AA2-8577CD29EACC}" dt="2025-02-17T08:57:12.224" v="4010" actId="20577"/>
          <ac:spMkLst>
            <pc:docMk/>
            <pc:sldMk cId="563394263" sldId="279"/>
            <ac:spMk id="3" creationId="{5BC80933-66CD-0DFB-AD4B-6ECAA9DA1B03}"/>
          </ac:spMkLst>
        </pc:spChg>
      </pc:sldChg>
      <pc:sldChg chg="addSp delSp modSp new del mod">
        <pc:chgData name="Hasan, Ragib" userId="ba5e79d4-cfa6-40d1-a69d-8a3d92f890fb" providerId="ADAL" clId="{68D06D74-FDBB-7E4C-9AA2-8577CD29EACC}" dt="2025-02-21T00:54:25.714" v="7288" actId="2696"/>
        <pc:sldMkLst>
          <pc:docMk/>
          <pc:sldMk cId="2220071975" sldId="280"/>
        </pc:sldMkLst>
        <pc:spChg chg="mod">
          <ac:chgData name="Hasan, Ragib" userId="ba5e79d4-cfa6-40d1-a69d-8a3d92f890fb" providerId="ADAL" clId="{68D06D74-FDBB-7E4C-9AA2-8577CD29EACC}" dt="2025-02-17T09:06:52.407" v="4207" actId="20577"/>
          <ac:spMkLst>
            <pc:docMk/>
            <pc:sldMk cId="2220071975" sldId="280"/>
            <ac:spMk id="2" creationId="{C5C222C0-F936-5075-BC9B-0BA0932F0ADA}"/>
          </ac:spMkLst>
        </pc:spChg>
        <pc:spChg chg="add mod">
          <ac:chgData name="Hasan, Ragib" userId="ba5e79d4-cfa6-40d1-a69d-8a3d92f890fb" providerId="ADAL" clId="{68D06D74-FDBB-7E4C-9AA2-8577CD29EACC}" dt="2025-02-17T08:59:16.130" v="4036" actId="20577"/>
          <ac:spMkLst>
            <pc:docMk/>
            <pc:sldMk cId="2220071975" sldId="280"/>
            <ac:spMk id="6" creationId="{F60C5431-2BD8-4AAC-3FF1-9AED6CCFF7AF}"/>
          </ac:spMkLst>
        </pc:spChg>
        <pc:spChg chg="add mod">
          <ac:chgData name="Hasan, Ragib" userId="ba5e79d4-cfa6-40d1-a69d-8a3d92f890fb" providerId="ADAL" clId="{68D06D74-FDBB-7E4C-9AA2-8577CD29EACC}" dt="2025-02-17T09:00:12.125" v="4051" actId="13822"/>
          <ac:spMkLst>
            <pc:docMk/>
            <pc:sldMk cId="2220071975" sldId="280"/>
            <ac:spMk id="7" creationId="{5223150F-025A-639C-A6FD-346DA0D17F4E}"/>
          </ac:spMkLst>
        </pc:spChg>
        <pc:spChg chg="add mod">
          <ac:chgData name="Hasan, Ragib" userId="ba5e79d4-cfa6-40d1-a69d-8a3d92f890fb" providerId="ADAL" clId="{68D06D74-FDBB-7E4C-9AA2-8577CD29EACC}" dt="2025-02-17T09:00:28.307" v="4054" actId="13822"/>
          <ac:spMkLst>
            <pc:docMk/>
            <pc:sldMk cId="2220071975" sldId="280"/>
            <ac:spMk id="8" creationId="{D294DF60-BB72-F35A-FD8F-037633B01AE6}"/>
          </ac:spMkLst>
        </pc:spChg>
        <pc:spChg chg="add mod">
          <ac:chgData name="Hasan, Ragib" userId="ba5e79d4-cfa6-40d1-a69d-8a3d92f890fb" providerId="ADAL" clId="{68D06D74-FDBB-7E4C-9AA2-8577CD29EACC}" dt="2025-02-17T09:00:34.942" v="4055" actId="13822"/>
          <ac:spMkLst>
            <pc:docMk/>
            <pc:sldMk cId="2220071975" sldId="280"/>
            <ac:spMk id="9" creationId="{A10C414A-BABE-79D9-E00D-960A02B72F9F}"/>
          </ac:spMkLst>
        </pc:spChg>
        <pc:spChg chg="add mod">
          <ac:chgData name="Hasan, Ragib" userId="ba5e79d4-cfa6-40d1-a69d-8a3d92f890fb" providerId="ADAL" clId="{68D06D74-FDBB-7E4C-9AA2-8577CD29EACC}" dt="2025-02-17T09:00:15.975" v="4052" actId="13822"/>
          <ac:spMkLst>
            <pc:docMk/>
            <pc:sldMk cId="2220071975" sldId="280"/>
            <ac:spMk id="10" creationId="{1D285156-EC79-7C91-E444-3EB997C1336F}"/>
          </ac:spMkLst>
        </pc:spChg>
        <pc:spChg chg="add mod">
          <ac:chgData name="Hasan, Ragib" userId="ba5e79d4-cfa6-40d1-a69d-8a3d92f890fb" providerId="ADAL" clId="{68D06D74-FDBB-7E4C-9AA2-8577CD29EACC}" dt="2025-02-17T09:00:19.745" v="4053" actId="13822"/>
          <ac:spMkLst>
            <pc:docMk/>
            <pc:sldMk cId="2220071975" sldId="280"/>
            <ac:spMk id="11" creationId="{A343AF8E-7599-D893-5826-14611EE62835}"/>
          </ac:spMkLst>
        </pc:spChg>
        <pc:spChg chg="add mod">
          <ac:chgData name="Hasan, Ragib" userId="ba5e79d4-cfa6-40d1-a69d-8a3d92f890fb" providerId="ADAL" clId="{68D06D74-FDBB-7E4C-9AA2-8577CD29EACC}" dt="2025-02-17T09:06:43.286" v="4186" actId="113"/>
          <ac:spMkLst>
            <pc:docMk/>
            <pc:sldMk cId="2220071975" sldId="280"/>
            <ac:spMk id="27" creationId="{38194A03-28BA-8102-6F06-E53FF235DE15}"/>
          </ac:spMkLst>
        </pc:spChg>
        <pc:picChg chg="add mod">
          <ac:chgData name="Hasan, Ragib" userId="ba5e79d4-cfa6-40d1-a69d-8a3d92f890fb" providerId="ADAL" clId="{68D06D74-FDBB-7E4C-9AA2-8577CD29EACC}" dt="2025-02-17T09:00:45.576" v="4057" actId="1076"/>
          <ac:picMkLst>
            <pc:docMk/>
            <pc:sldMk cId="2220071975" sldId="280"/>
            <ac:picMk id="4" creationId="{D6B6AE69-7866-8F73-884D-9467A0412AB5}"/>
          </ac:picMkLst>
        </pc:picChg>
        <pc:cxnChg chg="add">
          <ac:chgData name="Hasan, Ragib" userId="ba5e79d4-cfa6-40d1-a69d-8a3d92f890fb" providerId="ADAL" clId="{68D06D74-FDBB-7E4C-9AA2-8577CD29EACC}" dt="2025-02-17T08:59:28.173" v="4037" actId="11529"/>
          <ac:cxnSpMkLst>
            <pc:docMk/>
            <pc:sldMk cId="2220071975" sldId="280"/>
            <ac:cxnSpMk id="13" creationId="{D6AC549B-3CF2-3046-67B8-2543935E02A6}"/>
          </ac:cxnSpMkLst>
        </pc:cxnChg>
        <pc:cxnChg chg="add mod">
          <ac:chgData name="Hasan, Ragib" userId="ba5e79d4-cfa6-40d1-a69d-8a3d92f890fb" providerId="ADAL" clId="{68D06D74-FDBB-7E4C-9AA2-8577CD29EACC}" dt="2025-02-17T08:59:37.464" v="4040" actId="14100"/>
          <ac:cxnSpMkLst>
            <pc:docMk/>
            <pc:sldMk cId="2220071975" sldId="280"/>
            <ac:cxnSpMk id="14" creationId="{2E0ACC9A-E1EC-3F2B-1BE7-C86461420228}"/>
          </ac:cxnSpMkLst>
        </pc:cxnChg>
        <pc:cxnChg chg="add mod">
          <ac:chgData name="Hasan, Ragib" userId="ba5e79d4-cfa6-40d1-a69d-8a3d92f890fb" providerId="ADAL" clId="{68D06D74-FDBB-7E4C-9AA2-8577CD29EACC}" dt="2025-02-17T08:59:48.714" v="4044" actId="14100"/>
          <ac:cxnSpMkLst>
            <pc:docMk/>
            <pc:sldMk cId="2220071975" sldId="280"/>
            <ac:cxnSpMk id="17" creationId="{BF42EECC-BAAC-0D9C-F149-44DA283D79BC}"/>
          </ac:cxnSpMkLst>
        </pc:cxnChg>
        <pc:cxnChg chg="add mod">
          <ac:chgData name="Hasan, Ragib" userId="ba5e79d4-cfa6-40d1-a69d-8a3d92f890fb" providerId="ADAL" clId="{68D06D74-FDBB-7E4C-9AA2-8577CD29EACC}" dt="2025-02-17T08:59:56.458" v="4047" actId="14100"/>
          <ac:cxnSpMkLst>
            <pc:docMk/>
            <pc:sldMk cId="2220071975" sldId="280"/>
            <ac:cxnSpMk id="21" creationId="{1430520F-12D6-7F49-BB93-CEF5AA59224F}"/>
          </ac:cxnSpMkLst>
        </pc:cxnChg>
        <pc:cxnChg chg="add mod">
          <ac:chgData name="Hasan, Ragib" userId="ba5e79d4-cfa6-40d1-a69d-8a3d92f890fb" providerId="ADAL" clId="{68D06D74-FDBB-7E4C-9AA2-8577CD29EACC}" dt="2025-02-17T09:00:04.325" v="4050" actId="14100"/>
          <ac:cxnSpMkLst>
            <pc:docMk/>
            <pc:sldMk cId="2220071975" sldId="280"/>
            <ac:cxnSpMk id="24" creationId="{FA8C719B-C585-5C59-3839-95890A519A3C}"/>
          </ac:cxnSpMkLst>
        </pc:cxnChg>
      </pc:sldChg>
      <pc:sldChg chg="modSp new del mod">
        <pc:chgData name="Hasan, Ragib" userId="ba5e79d4-cfa6-40d1-a69d-8a3d92f890fb" providerId="ADAL" clId="{68D06D74-FDBB-7E4C-9AA2-8577CD29EACC}" dt="2025-02-21T00:52:29.336" v="7256" actId="2696"/>
        <pc:sldMkLst>
          <pc:docMk/>
          <pc:sldMk cId="1741211841" sldId="281"/>
        </pc:sldMkLst>
      </pc:sldChg>
      <pc:sldChg chg="addSp modSp new del mod">
        <pc:chgData name="Hasan, Ragib" userId="ba5e79d4-cfa6-40d1-a69d-8a3d92f890fb" providerId="ADAL" clId="{68D06D74-FDBB-7E4C-9AA2-8577CD29EACC}" dt="2025-02-21T00:52:29.336" v="7256" actId="2696"/>
        <pc:sldMkLst>
          <pc:docMk/>
          <pc:sldMk cId="4099928275" sldId="282"/>
        </pc:sldMkLst>
      </pc:sldChg>
      <pc:sldChg chg="addSp modSp new del mod setBg">
        <pc:chgData name="Hasan, Ragib" userId="ba5e79d4-cfa6-40d1-a69d-8a3d92f890fb" providerId="ADAL" clId="{68D06D74-FDBB-7E4C-9AA2-8577CD29EACC}" dt="2025-02-21T00:54:25.714" v="7288" actId="2696"/>
        <pc:sldMkLst>
          <pc:docMk/>
          <pc:sldMk cId="1496705203" sldId="283"/>
        </pc:sldMkLst>
        <pc:spChg chg="mod">
          <ac:chgData name="Hasan, Ragib" userId="ba5e79d4-cfa6-40d1-a69d-8a3d92f890fb" providerId="ADAL" clId="{68D06D74-FDBB-7E4C-9AA2-8577CD29EACC}" dt="2025-02-19T08:03:48.445" v="5585" actId="26606"/>
          <ac:spMkLst>
            <pc:docMk/>
            <pc:sldMk cId="1496705203" sldId="283"/>
            <ac:spMk id="2" creationId="{15857FF0-1E61-1590-9638-9ACD8B806F2B}"/>
          </ac:spMkLst>
        </pc:spChg>
        <pc:spChg chg="mod">
          <ac:chgData name="Hasan, Ragib" userId="ba5e79d4-cfa6-40d1-a69d-8a3d92f890fb" providerId="ADAL" clId="{68D06D74-FDBB-7E4C-9AA2-8577CD29EACC}" dt="2025-02-19T08:03:48.445" v="5585" actId="26606"/>
          <ac:spMkLst>
            <pc:docMk/>
            <pc:sldMk cId="1496705203" sldId="283"/>
            <ac:spMk id="3" creationId="{D14D9CB2-5726-E6CF-7C56-D0D08A30BD50}"/>
          </ac:spMkLst>
        </pc:spChg>
        <pc:spChg chg="add">
          <ac:chgData name="Hasan, Ragib" userId="ba5e79d4-cfa6-40d1-a69d-8a3d92f890fb" providerId="ADAL" clId="{68D06D74-FDBB-7E4C-9AA2-8577CD29EACC}" dt="2025-02-19T08:03:48.445" v="5585" actId="26606"/>
          <ac:spMkLst>
            <pc:docMk/>
            <pc:sldMk cId="1496705203" sldId="283"/>
            <ac:spMk id="9" creationId="{45D37F4E-DDB4-456B-97E0-9937730A039F}"/>
          </ac:spMkLst>
        </pc:spChg>
        <pc:spChg chg="add">
          <ac:chgData name="Hasan, Ragib" userId="ba5e79d4-cfa6-40d1-a69d-8a3d92f890fb" providerId="ADAL" clId="{68D06D74-FDBB-7E4C-9AA2-8577CD29EACC}" dt="2025-02-19T08:03:48.445" v="5585" actId="26606"/>
          <ac:spMkLst>
            <pc:docMk/>
            <pc:sldMk cId="1496705203" sldId="283"/>
            <ac:spMk id="11" creationId="{B2DD41CD-8F47-4F56-AD12-4E2FF7696987}"/>
          </ac:spMkLst>
        </pc:spChg>
        <pc:picChg chg="add mod">
          <ac:chgData name="Hasan, Ragib" userId="ba5e79d4-cfa6-40d1-a69d-8a3d92f890fb" providerId="ADAL" clId="{68D06D74-FDBB-7E4C-9AA2-8577CD29EACC}" dt="2025-02-19T08:03:48.445" v="5585" actId="26606"/>
          <ac:picMkLst>
            <pc:docMk/>
            <pc:sldMk cId="1496705203" sldId="283"/>
            <ac:picMk id="4" creationId="{9881D63F-B464-F290-4024-6AAC1C088CDC}"/>
          </ac:picMkLst>
        </pc:picChg>
      </pc:sldChg>
      <pc:sldChg chg="modSp new del mod">
        <pc:chgData name="Hasan, Ragib" userId="ba5e79d4-cfa6-40d1-a69d-8a3d92f890fb" providerId="ADAL" clId="{68D06D74-FDBB-7E4C-9AA2-8577CD29EACC}" dt="2025-02-21T00:54:25.714" v="7288" actId="2696"/>
        <pc:sldMkLst>
          <pc:docMk/>
          <pc:sldMk cId="1941535287" sldId="284"/>
        </pc:sldMkLst>
        <pc:spChg chg="mod">
          <ac:chgData name="Hasan, Ragib" userId="ba5e79d4-cfa6-40d1-a69d-8a3d92f890fb" providerId="ADAL" clId="{68D06D74-FDBB-7E4C-9AA2-8577CD29EACC}" dt="2025-02-19T07:52:35.991" v="5218" actId="20577"/>
          <ac:spMkLst>
            <pc:docMk/>
            <pc:sldMk cId="1941535287" sldId="284"/>
            <ac:spMk id="2" creationId="{00E3EBA4-5B9B-56F8-0752-0955A180D32D}"/>
          </ac:spMkLst>
        </pc:spChg>
        <pc:spChg chg="mod">
          <ac:chgData name="Hasan, Ragib" userId="ba5e79d4-cfa6-40d1-a69d-8a3d92f890fb" providerId="ADAL" clId="{68D06D74-FDBB-7E4C-9AA2-8577CD29EACC}" dt="2025-02-19T07:53:41.294" v="5457" actId="20577"/>
          <ac:spMkLst>
            <pc:docMk/>
            <pc:sldMk cId="1941535287" sldId="284"/>
            <ac:spMk id="3" creationId="{D07C15E0-1C6D-2C32-7B57-F0A614DDE4DE}"/>
          </ac:spMkLst>
        </pc:spChg>
      </pc:sldChg>
      <pc:sldChg chg="addSp delSp modSp new del mod">
        <pc:chgData name="Hasan, Ragib" userId="ba5e79d4-cfa6-40d1-a69d-8a3d92f890fb" providerId="ADAL" clId="{68D06D74-FDBB-7E4C-9AA2-8577CD29EACC}" dt="2025-02-21T00:54:25.714" v="7288" actId="2696"/>
        <pc:sldMkLst>
          <pc:docMk/>
          <pc:sldMk cId="2044509619" sldId="285"/>
        </pc:sldMkLst>
        <pc:spChg chg="mod">
          <ac:chgData name="Hasan, Ragib" userId="ba5e79d4-cfa6-40d1-a69d-8a3d92f890fb" providerId="ADAL" clId="{68D06D74-FDBB-7E4C-9AA2-8577CD29EACC}" dt="2025-02-19T07:54:20.361" v="5486" actId="20577"/>
          <ac:spMkLst>
            <pc:docMk/>
            <pc:sldMk cId="2044509619" sldId="285"/>
            <ac:spMk id="2" creationId="{29898256-5712-3763-6711-7B1A6465D918}"/>
          </ac:spMkLst>
        </pc:spChg>
        <pc:spChg chg="add del mod">
          <ac:chgData name="Hasan, Ragib" userId="ba5e79d4-cfa6-40d1-a69d-8a3d92f890fb" providerId="ADAL" clId="{68D06D74-FDBB-7E4C-9AA2-8577CD29EACC}" dt="2025-02-19T07:57:23.571" v="5577" actId="20577"/>
          <ac:spMkLst>
            <pc:docMk/>
            <pc:sldMk cId="2044509619" sldId="285"/>
            <ac:spMk id="3" creationId="{D63E12B0-C55B-2108-28A6-591AF4E509B6}"/>
          </ac:spMkLst>
        </pc:spChg>
        <pc:picChg chg="add mod">
          <ac:chgData name="Hasan, Ragib" userId="ba5e79d4-cfa6-40d1-a69d-8a3d92f890fb" providerId="ADAL" clId="{68D06D74-FDBB-7E4C-9AA2-8577CD29EACC}" dt="2025-02-19T07:54:30.452" v="5490" actId="1076"/>
          <ac:picMkLst>
            <pc:docMk/>
            <pc:sldMk cId="2044509619" sldId="285"/>
            <ac:picMk id="4" creationId="{9020230B-0143-2DFE-5D11-883BEEFEBFBF}"/>
          </ac:picMkLst>
        </pc:picChg>
      </pc:sldChg>
      <pc:sldChg chg="addSp delSp modSp new del mod">
        <pc:chgData name="Hasan, Ragib" userId="ba5e79d4-cfa6-40d1-a69d-8a3d92f890fb" providerId="ADAL" clId="{68D06D74-FDBB-7E4C-9AA2-8577CD29EACC}" dt="2025-02-19T08:50:27.697" v="7226" actId="2696"/>
        <pc:sldMkLst>
          <pc:docMk/>
          <pc:sldMk cId="3621783148" sldId="286"/>
        </pc:sldMkLst>
      </pc:sldChg>
      <pc:sldChg chg="addSp delSp modSp new del mod setBg">
        <pc:chgData name="Hasan, Ragib" userId="ba5e79d4-cfa6-40d1-a69d-8a3d92f890fb" providerId="ADAL" clId="{68D06D74-FDBB-7E4C-9AA2-8577CD29EACC}" dt="2025-02-21T00:55:22.563" v="7289" actId="2696"/>
        <pc:sldMkLst>
          <pc:docMk/>
          <pc:sldMk cId="3744508086" sldId="287"/>
        </pc:sldMkLst>
        <pc:spChg chg="mod">
          <ac:chgData name="Hasan, Ragib" userId="ba5e79d4-cfa6-40d1-a69d-8a3d92f890fb" providerId="ADAL" clId="{68D06D74-FDBB-7E4C-9AA2-8577CD29EACC}" dt="2025-02-19T08:37:08.442" v="7001" actId="26606"/>
          <ac:spMkLst>
            <pc:docMk/>
            <pc:sldMk cId="3744508086" sldId="287"/>
            <ac:spMk id="2" creationId="{3D4B5232-E211-B0EE-1F9A-E3105183D7DC}"/>
          </ac:spMkLst>
        </pc:spChg>
        <pc:spChg chg="mod ord">
          <ac:chgData name="Hasan, Ragib" userId="ba5e79d4-cfa6-40d1-a69d-8a3d92f890fb" providerId="ADAL" clId="{68D06D74-FDBB-7E4C-9AA2-8577CD29EACC}" dt="2025-02-19T08:54:46.612" v="7255" actId="20577"/>
          <ac:spMkLst>
            <pc:docMk/>
            <pc:sldMk cId="3744508086" sldId="287"/>
            <ac:spMk id="3" creationId="{BFD90184-F6DD-4B0B-7A0A-5F99207F1285}"/>
          </ac:spMkLst>
        </pc:spChg>
        <pc:spChg chg="add">
          <ac:chgData name="Hasan, Ragib" userId="ba5e79d4-cfa6-40d1-a69d-8a3d92f890fb" providerId="ADAL" clId="{68D06D74-FDBB-7E4C-9AA2-8577CD29EACC}" dt="2025-02-19T08:37:08.442" v="7001" actId="26606"/>
          <ac:spMkLst>
            <pc:docMk/>
            <pc:sldMk cId="3744508086" sldId="287"/>
            <ac:spMk id="1078" creationId="{8D1AA55E-40D5-461B-A5A8-4AE8AAB71B08}"/>
          </ac:spMkLst>
        </pc:spChg>
        <pc:spChg chg="add">
          <ac:chgData name="Hasan, Ragib" userId="ba5e79d4-cfa6-40d1-a69d-8a3d92f890fb" providerId="ADAL" clId="{68D06D74-FDBB-7E4C-9AA2-8577CD29EACC}" dt="2025-02-19T08:37:08.442" v="7001" actId="26606"/>
          <ac:spMkLst>
            <pc:docMk/>
            <pc:sldMk cId="3744508086" sldId="287"/>
            <ac:spMk id="1080" creationId="{6CB927A4-E432-4310-9CD5-E89FF5063179}"/>
          </ac:spMkLst>
        </pc:spChg>
        <pc:spChg chg="add">
          <ac:chgData name="Hasan, Ragib" userId="ba5e79d4-cfa6-40d1-a69d-8a3d92f890fb" providerId="ADAL" clId="{68D06D74-FDBB-7E4C-9AA2-8577CD29EACC}" dt="2025-02-19T08:37:08.442" v="7001" actId="26606"/>
          <ac:spMkLst>
            <pc:docMk/>
            <pc:sldMk cId="3744508086" sldId="287"/>
            <ac:spMk id="1081" creationId="{E3020543-B24B-4EC4-8FFC-8DD88EEA91A8}"/>
          </ac:spMkLst>
        </pc:spChg>
        <pc:picChg chg="add mod">
          <ac:chgData name="Hasan, Ragib" userId="ba5e79d4-cfa6-40d1-a69d-8a3d92f890fb" providerId="ADAL" clId="{68D06D74-FDBB-7E4C-9AA2-8577CD29EACC}" dt="2025-02-19T08:37:34.365" v="7011" actId="1076"/>
          <ac:picMkLst>
            <pc:docMk/>
            <pc:sldMk cId="3744508086" sldId="287"/>
            <ac:picMk id="1026" creationId="{7C115A39-5CB9-9A81-6C9D-180E7A5C9648}"/>
          </ac:picMkLst>
        </pc:picChg>
        <pc:cxnChg chg="add">
          <ac:chgData name="Hasan, Ragib" userId="ba5e79d4-cfa6-40d1-a69d-8a3d92f890fb" providerId="ADAL" clId="{68D06D74-FDBB-7E4C-9AA2-8577CD29EACC}" dt="2025-02-19T08:37:08.442" v="7001" actId="26606"/>
          <ac:cxnSpMkLst>
            <pc:docMk/>
            <pc:sldMk cId="3744508086" sldId="287"/>
            <ac:cxnSpMk id="1079" creationId="{7EB498BD-8089-4626-91EA-4978EBEF535E}"/>
          </ac:cxnSpMkLst>
        </pc:cxnChg>
      </pc:sldChg>
      <pc:sldChg chg="addSp delSp modSp new del mod">
        <pc:chgData name="Hasan, Ragib" userId="ba5e79d4-cfa6-40d1-a69d-8a3d92f890fb" providerId="ADAL" clId="{68D06D74-FDBB-7E4C-9AA2-8577CD29EACC}" dt="2025-02-21T00:55:22.563" v="7289" actId="2696"/>
        <pc:sldMkLst>
          <pc:docMk/>
          <pc:sldMk cId="1777641761" sldId="288"/>
        </pc:sldMkLst>
        <pc:spChg chg="mod">
          <ac:chgData name="Hasan, Ragib" userId="ba5e79d4-cfa6-40d1-a69d-8a3d92f890fb" providerId="ADAL" clId="{68D06D74-FDBB-7E4C-9AA2-8577CD29EACC}" dt="2025-02-19T08:15:26.182" v="6171" actId="20577"/>
          <ac:spMkLst>
            <pc:docMk/>
            <pc:sldMk cId="1777641761" sldId="288"/>
            <ac:spMk id="2" creationId="{B6445323-8B83-8279-4D4E-8C9AC193313F}"/>
          </ac:spMkLst>
        </pc:spChg>
        <pc:spChg chg="mod">
          <ac:chgData name="Hasan, Ragib" userId="ba5e79d4-cfa6-40d1-a69d-8a3d92f890fb" providerId="ADAL" clId="{68D06D74-FDBB-7E4C-9AA2-8577CD29EACC}" dt="2025-02-19T08:48:59.990" v="7225" actId="20577"/>
          <ac:spMkLst>
            <pc:docMk/>
            <pc:sldMk cId="1777641761" sldId="288"/>
            <ac:spMk id="3" creationId="{F8DCD7FE-8974-3C7C-2ACE-89DA5AE36A11}"/>
          </ac:spMkLst>
        </pc:spChg>
      </pc:sldChg>
      <pc:sldChg chg="modSp new del mod">
        <pc:chgData name="Hasan, Ragib" userId="ba5e79d4-cfa6-40d1-a69d-8a3d92f890fb" providerId="ADAL" clId="{68D06D74-FDBB-7E4C-9AA2-8577CD29EACC}" dt="2025-02-21T00:55:22.563" v="7289" actId="2696"/>
        <pc:sldMkLst>
          <pc:docMk/>
          <pc:sldMk cId="1152594228" sldId="289"/>
        </pc:sldMkLst>
        <pc:spChg chg="mod">
          <ac:chgData name="Hasan, Ragib" userId="ba5e79d4-cfa6-40d1-a69d-8a3d92f890fb" providerId="ADAL" clId="{68D06D74-FDBB-7E4C-9AA2-8577CD29EACC}" dt="2025-02-19T08:15:33.231" v="6173"/>
          <ac:spMkLst>
            <pc:docMk/>
            <pc:sldMk cId="1152594228" sldId="289"/>
            <ac:spMk id="2" creationId="{69F3F9A2-B2BB-7D08-C619-981C5E88C725}"/>
          </ac:spMkLst>
        </pc:spChg>
        <pc:spChg chg="mod">
          <ac:chgData name="Hasan, Ragib" userId="ba5e79d4-cfa6-40d1-a69d-8a3d92f890fb" providerId="ADAL" clId="{68D06D74-FDBB-7E4C-9AA2-8577CD29EACC}" dt="2025-02-19T08:17:14.455" v="6505" actId="20577"/>
          <ac:spMkLst>
            <pc:docMk/>
            <pc:sldMk cId="1152594228" sldId="289"/>
            <ac:spMk id="3" creationId="{B93BA1E8-3382-EA7A-511A-9FB23055DA28}"/>
          </ac:spMkLst>
        </pc:spChg>
      </pc:sldChg>
      <pc:sldChg chg="modSp new del mod">
        <pc:chgData name="Hasan, Ragib" userId="ba5e79d4-cfa6-40d1-a69d-8a3d92f890fb" providerId="ADAL" clId="{68D06D74-FDBB-7E4C-9AA2-8577CD29EACC}" dt="2025-02-21T00:55:22.563" v="7289" actId="2696"/>
        <pc:sldMkLst>
          <pc:docMk/>
          <pc:sldMk cId="542768273" sldId="290"/>
        </pc:sldMkLst>
        <pc:spChg chg="mod">
          <ac:chgData name="Hasan, Ragib" userId="ba5e79d4-cfa6-40d1-a69d-8a3d92f890fb" providerId="ADAL" clId="{68D06D74-FDBB-7E4C-9AA2-8577CD29EACC}" dt="2025-02-19T08:18:43.547" v="6556" actId="20577"/>
          <ac:spMkLst>
            <pc:docMk/>
            <pc:sldMk cId="542768273" sldId="290"/>
            <ac:spMk id="2" creationId="{47B7DBE5-33FE-CBC0-9AAD-CDA843F8AFA0}"/>
          </ac:spMkLst>
        </pc:spChg>
        <pc:spChg chg="mod">
          <ac:chgData name="Hasan, Ragib" userId="ba5e79d4-cfa6-40d1-a69d-8a3d92f890fb" providerId="ADAL" clId="{68D06D74-FDBB-7E4C-9AA2-8577CD29EACC}" dt="2025-02-19T08:21:55.176" v="6719" actId="15"/>
          <ac:spMkLst>
            <pc:docMk/>
            <pc:sldMk cId="542768273" sldId="290"/>
            <ac:spMk id="3" creationId="{C452079C-F002-1292-E7EE-7ADBAF2A2B0D}"/>
          </ac:spMkLst>
        </pc:spChg>
      </pc:sldChg>
      <pc:sldChg chg="addSp delSp modSp new del mod modAnim">
        <pc:chgData name="Hasan, Ragib" userId="ba5e79d4-cfa6-40d1-a69d-8a3d92f890fb" providerId="ADAL" clId="{68D06D74-FDBB-7E4C-9AA2-8577CD29EACC}" dt="2025-02-21T00:55:22.563" v="7289" actId="2696"/>
        <pc:sldMkLst>
          <pc:docMk/>
          <pc:sldMk cId="3047019197" sldId="291"/>
        </pc:sldMkLst>
        <pc:spChg chg="mod">
          <ac:chgData name="Hasan, Ragib" userId="ba5e79d4-cfa6-40d1-a69d-8a3d92f890fb" providerId="ADAL" clId="{68D06D74-FDBB-7E4C-9AA2-8577CD29EACC}" dt="2025-02-19T08:22:42.785" v="6732" actId="20577"/>
          <ac:spMkLst>
            <pc:docMk/>
            <pc:sldMk cId="3047019197" sldId="291"/>
            <ac:spMk id="2" creationId="{4835632B-F68F-0C92-6BFB-3D111BE70EAF}"/>
          </ac:spMkLst>
        </pc:spChg>
        <pc:spChg chg="add mod">
          <ac:chgData name="Hasan, Ragib" userId="ba5e79d4-cfa6-40d1-a69d-8a3d92f890fb" providerId="ADAL" clId="{68D06D74-FDBB-7E4C-9AA2-8577CD29EACC}" dt="2025-02-19T08:24:28.052" v="6903" actId="20577"/>
          <ac:spMkLst>
            <pc:docMk/>
            <pc:sldMk cId="3047019197" sldId="291"/>
            <ac:spMk id="5" creationId="{DC15E65D-96F8-D1BF-37C0-73D51225803B}"/>
          </ac:spMkLst>
        </pc:spChg>
        <pc:picChg chg="add mod">
          <ac:chgData name="Hasan, Ragib" userId="ba5e79d4-cfa6-40d1-a69d-8a3d92f890fb" providerId="ADAL" clId="{68D06D74-FDBB-7E4C-9AA2-8577CD29EACC}" dt="2025-02-19T08:22:54.887" v="6736" actId="1076"/>
          <ac:picMkLst>
            <pc:docMk/>
            <pc:sldMk cId="3047019197" sldId="291"/>
            <ac:picMk id="4" creationId="{899A5C2D-21F6-32DC-F821-52AA15BB4310}"/>
          </ac:picMkLst>
        </pc:picChg>
        <pc:picChg chg="add mod">
          <ac:chgData name="Hasan, Ragib" userId="ba5e79d4-cfa6-40d1-a69d-8a3d92f890fb" providerId="ADAL" clId="{68D06D74-FDBB-7E4C-9AA2-8577CD29EACC}" dt="2025-02-19T08:24:53.205" v="6905" actId="1076"/>
          <ac:picMkLst>
            <pc:docMk/>
            <pc:sldMk cId="3047019197" sldId="291"/>
            <ac:picMk id="6" creationId="{F11F5048-B4F5-AC9E-C763-E05B9DD356A9}"/>
          </ac:picMkLst>
        </pc:picChg>
      </pc:sldChg>
      <pc:sldChg chg="addSp delSp modSp new del mod modAnim">
        <pc:chgData name="Hasan, Ragib" userId="ba5e79d4-cfa6-40d1-a69d-8a3d92f890fb" providerId="ADAL" clId="{68D06D74-FDBB-7E4C-9AA2-8577CD29EACC}" dt="2025-02-21T00:55:22.563" v="7289" actId="2696"/>
        <pc:sldMkLst>
          <pc:docMk/>
          <pc:sldMk cId="3838991540" sldId="292"/>
        </pc:sldMkLst>
        <pc:spChg chg="mod">
          <ac:chgData name="Hasan, Ragib" userId="ba5e79d4-cfa6-40d1-a69d-8a3d92f890fb" providerId="ADAL" clId="{68D06D74-FDBB-7E4C-9AA2-8577CD29EACC}" dt="2025-02-19T08:27:59.372" v="6911" actId="20577"/>
          <ac:spMkLst>
            <pc:docMk/>
            <pc:sldMk cId="3838991540" sldId="292"/>
            <ac:spMk id="2" creationId="{9201E197-5F9E-A3C3-E002-B763B71AC259}"/>
          </ac:spMkLst>
        </pc:spChg>
        <pc:picChg chg="add mod">
          <ac:chgData name="Hasan, Ragib" userId="ba5e79d4-cfa6-40d1-a69d-8a3d92f890fb" providerId="ADAL" clId="{68D06D74-FDBB-7E4C-9AA2-8577CD29EACC}" dt="2025-02-19T08:28:06.124" v="6914" actId="1076"/>
          <ac:picMkLst>
            <pc:docMk/>
            <pc:sldMk cId="3838991540" sldId="292"/>
            <ac:picMk id="4" creationId="{8836C135-C85A-56D3-CC8A-43EC89D684BB}"/>
          </ac:picMkLst>
        </pc:picChg>
        <pc:picChg chg="add mod">
          <ac:chgData name="Hasan, Ragib" userId="ba5e79d4-cfa6-40d1-a69d-8a3d92f890fb" providerId="ADAL" clId="{68D06D74-FDBB-7E4C-9AA2-8577CD29EACC}" dt="2025-02-19T08:28:32.663" v="6922" actId="1037"/>
          <ac:picMkLst>
            <pc:docMk/>
            <pc:sldMk cId="3838991540" sldId="292"/>
            <ac:picMk id="5" creationId="{5A1C172B-3A34-A566-71E1-B69410402012}"/>
          </ac:picMkLst>
        </pc:picChg>
        <pc:picChg chg="add mod">
          <ac:chgData name="Hasan, Ragib" userId="ba5e79d4-cfa6-40d1-a69d-8a3d92f890fb" providerId="ADAL" clId="{68D06D74-FDBB-7E4C-9AA2-8577CD29EACC}" dt="2025-02-19T08:29:47.845" v="6926" actId="1076"/>
          <ac:picMkLst>
            <pc:docMk/>
            <pc:sldMk cId="3838991540" sldId="292"/>
            <ac:picMk id="6" creationId="{26F752EF-3058-0452-8592-28B6ABE77A0A}"/>
          </ac:picMkLst>
        </pc:picChg>
        <pc:picChg chg="add mod">
          <ac:chgData name="Hasan, Ragib" userId="ba5e79d4-cfa6-40d1-a69d-8a3d92f890fb" providerId="ADAL" clId="{68D06D74-FDBB-7E4C-9AA2-8577CD29EACC}" dt="2025-02-19T08:30:39.171" v="6941" actId="1038"/>
          <ac:picMkLst>
            <pc:docMk/>
            <pc:sldMk cId="3838991540" sldId="292"/>
            <ac:picMk id="7" creationId="{15F6312E-E182-83A8-4755-D10AE68251F5}"/>
          </ac:picMkLst>
        </pc:picChg>
        <pc:picChg chg="add mod">
          <ac:chgData name="Hasan, Ragib" userId="ba5e79d4-cfa6-40d1-a69d-8a3d92f890fb" providerId="ADAL" clId="{68D06D74-FDBB-7E4C-9AA2-8577CD29EACC}" dt="2025-02-19T08:31:22.469" v="6959" actId="1038"/>
          <ac:picMkLst>
            <pc:docMk/>
            <pc:sldMk cId="3838991540" sldId="292"/>
            <ac:picMk id="8" creationId="{DDB11298-65CC-3DB7-9C3A-51172D8CDF79}"/>
          </ac:picMkLst>
        </pc:picChg>
        <pc:picChg chg="add mod">
          <ac:chgData name="Hasan, Ragib" userId="ba5e79d4-cfa6-40d1-a69d-8a3d92f890fb" providerId="ADAL" clId="{68D06D74-FDBB-7E4C-9AA2-8577CD29EACC}" dt="2025-02-19T08:32:09.475" v="6966" actId="1038"/>
          <ac:picMkLst>
            <pc:docMk/>
            <pc:sldMk cId="3838991540" sldId="292"/>
            <ac:picMk id="9" creationId="{BA34A119-89B1-2559-D990-829EF9312C04}"/>
          </ac:picMkLst>
        </pc:picChg>
        <pc:picChg chg="add mod">
          <ac:chgData name="Hasan, Ragib" userId="ba5e79d4-cfa6-40d1-a69d-8a3d92f890fb" providerId="ADAL" clId="{68D06D74-FDBB-7E4C-9AA2-8577CD29EACC}" dt="2025-02-19T08:32:51.951" v="6972" actId="1037"/>
          <ac:picMkLst>
            <pc:docMk/>
            <pc:sldMk cId="3838991540" sldId="292"/>
            <ac:picMk id="10" creationId="{25D97872-299A-AEB0-54EE-2A70E0F8374D}"/>
          </ac:picMkLst>
        </pc:picChg>
        <pc:picChg chg="add mod">
          <ac:chgData name="Hasan, Ragib" userId="ba5e79d4-cfa6-40d1-a69d-8a3d92f890fb" providerId="ADAL" clId="{68D06D74-FDBB-7E4C-9AA2-8577CD29EACC}" dt="2025-02-19T08:33:15.409" v="6975" actId="1076"/>
          <ac:picMkLst>
            <pc:docMk/>
            <pc:sldMk cId="3838991540" sldId="292"/>
            <ac:picMk id="11" creationId="{9EE4E6E4-D597-9ECB-7EF6-A5CE244EC7F7}"/>
          </ac:picMkLst>
        </pc:picChg>
        <pc:picChg chg="add mod">
          <ac:chgData name="Hasan, Ragib" userId="ba5e79d4-cfa6-40d1-a69d-8a3d92f890fb" providerId="ADAL" clId="{68D06D74-FDBB-7E4C-9AA2-8577CD29EACC}" dt="2025-02-19T08:54:17.374" v="7254" actId="1076"/>
          <ac:picMkLst>
            <pc:docMk/>
            <pc:sldMk cId="3838991540" sldId="292"/>
            <ac:picMk id="12" creationId="{3B22A3F0-65DD-0695-B1F4-6382DCCFA6E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5CA09-D9A3-40A5-AD97-43F90139F98A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AFA8DF-3208-4111-BD70-4529CDB50201}">
      <dgm:prSet/>
      <dgm:spPr/>
      <dgm:t>
        <a:bodyPr/>
        <a:lstStyle/>
        <a:p>
          <a:r>
            <a:rPr lang="en-US"/>
            <a:t>On the Internet, (almost) every network is running using IP as the network layer protocol</a:t>
          </a:r>
        </a:p>
      </dgm:t>
    </dgm:pt>
    <dgm:pt modelId="{F96A7BE8-1FF9-494A-A83F-935B5786D303}" type="parTrans" cxnId="{BDBE8A4B-C455-420B-B1A9-75C65EFF9796}">
      <dgm:prSet/>
      <dgm:spPr/>
      <dgm:t>
        <a:bodyPr/>
        <a:lstStyle/>
        <a:p>
          <a:endParaRPr lang="en-US"/>
        </a:p>
      </dgm:t>
    </dgm:pt>
    <dgm:pt modelId="{EE51EFCF-C256-43D4-83FC-AE885EF39D1F}" type="sibTrans" cxnId="{BDBE8A4B-C455-420B-B1A9-75C65EFF9796}">
      <dgm:prSet/>
      <dgm:spPr/>
      <dgm:t>
        <a:bodyPr/>
        <a:lstStyle/>
        <a:p>
          <a:endParaRPr lang="en-US"/>
        </a:p>
      </dgm:t>
    </dgm:pt>
    <dgm:pt modelId="{C1072431-6C6B-407B-83E9-94BB3B7A83A1}">
      <dgm:prSet/>
      <dgm:spPr/>
      <dgm:t>
        <a:bodyPr/>
        <a:lstStyle/>
        <a:p>
          <a:r>
            <a:rPr lang="en-US"/>
            <a:t>IPV4 was originally designed in 1981, and is still used by the majority of the Internet systems.</a:t>
          </a:r>
        </a:p>
      </dgm:t>
    </dgm:pt>
    <dgm:pt modelId="{CE29CB34-CD73-4582-92F1-60A53EBEDA73}" type="parTrans" cxnId="{75D7AE67-AC6E-4992-A207-0E38D484D90D}">
      <dgm:prSet/>
      <dgm:spPr/>
      <dgm:t>
        <a:bodyPr/>
        <a:lstStyle/>
        <a:p>
          <a:endParaRPr lang="en-US"/>
        </a:p>
      </dgm:t>
    </dgm:pt>
    <dgm:pt modelId="{7D75F1FE-93B5-4298-BF03-231D2C000F89}" type="sibTrans" cxnId="{75D7AE67-AC6E-4992-A207-0E38D484D90D}">
      <dgm:prSet/>
      <dgm:spPr/>
      <dgm:t>
        <a:bodyPr/>
        <a:lstStyle/>
        <a:p>
          <a:endParaRPr lang="en-US"/>
        </a:p>
      </dgm:t>
    </dgm:pt>
    <dgm:pt modelId="{59B48A2E-9F7C-453E-BD03-5F5EE92B4C39}">
      <dgm:prSet/>
      <dgm:spPr/>
      <dgm:t>
        <a:bodyPr/>
        <a:lstStyle/>
        <a:p>
          <a:r>
            <a:rPr lang="en-US"/>
            <a:t>A newer version, IPV6, is gradually being adopted.</a:t>
          </a:r>
        </a:p>
      </dgm:t>
    </dgm:pt>
    <dgm:pt modelId="{E6A2855A-1FC2-40D9-9956-F2C15EBEF414}" type="parTrans" cxnId="{C334FB99-9E8E-4D1B-97CC-2BCAD9BE4763}">
      <dgm:prSet/>
      <dgm:spPr/>
      <dgm:t>
        <a:bodyPr/>
        <a:lstStyle/>
        <a:p>
          <a:endParaRPr lang="en-US"/>
        </a:p>
      </dgm:t>
    </dgm:pt>
    <dgm:pt modelId="{65AA7102-F2B1-495B-AED5-25176EC6E49A}" type="sibTrans" cxnId="{C334FB99-9E8E-4D1B-97CC-2BCAD9BE4763}">
      <dgm:prSet/>
      <dgm:spPr/>
      <dgm:t>
        <a:bodyPr/>
        <a:lstStyle/>
        <a:p>
          <a:endParaRPr lang="en-US"/>
        </a:p>
      </dgm:t>
    </dgm:pt>
    <dgm:pt modelId="{EA24604A-CBC4-4844-BB91-C5825831C524}">
      <dgm:prSet/>
      <dgm:spPr/>
      <dgm:t>
        <a:bodyPr/>
        <a:lstStyle/>
        <a:p>
          <a:r>
            <a:rPr lang="en-US"/>
            <a:t>IP became successful because it is highly scalable – even with billion hosts on the Internet, routing is still efficient and practical.</a:t>
          </a:r>
        </a:p>
      </dgm:t>
    </dgm:pt>
    <dgm:pt modelId="{15D6BAF9-F322-4F2B-AF2B-11C6AE7248D8}" type="parTrans" cxnId="{2BCBC289-868C-4FAE-A4EC-A4236DBFA27B}">
      <dgm:prSet/>
      <dgm:spPr/>
      <dgm:t>
        <a:bodyPr/>
        <a:lstStyle/>
        <a:p>
          <a:endParaRPr lang="en-US"/>
        </a:p>
      </dgm:t>
    </dgm:pt>
    <dgm:pt modelId="{B0D88630-B8BC-4006-B8D0-172F03C40BBA}" type="sibTrans" cxnId="{2BCBC289-868C-4FAE-A4EC-A4236DBFA27B}">
      <dgm:prSet/>
      <dgm:spPr/>
      <dgm:t>
        <a:bodyPr/>
        <a:lstStyle/>
        <a:p>
          <a:endParaRPr lang="en-US"/>
        </a:p>
      </dgm:t>
    </dgm:pt>
    <dgm:pt modelId="{D8950DC4-8246-1343-B0E9-835CDD6180E6}" type="pres">
      <dgm:prSet presAssocID="{DD15CA09-D9A3-40A5-AD97-43F90139F98A}" presName="vert0" presStyleCnt="0">
        <dgm:presLayoutVars>
          <dgm:dir/>
          <dgm:animOne val="branch"/>
          <dgm:animLvl val="lvl"/>
        </dgm:presLayoutVars>
      </dgm:prSet>
      <dgm:spPr/>
    </dgm:pt>
    <dgm:pt modelId="{06ACC790-91B0-BE4A-89C3-6E701FCB0262}" type="pres">
      <dgm:prSet presAssocID="{13AFA8DF-3208-4111-BD70-4529CDB50201}" presName="thickLine" presStyleLbl="alignNode1" presStyleIdx="0" presStyleCnt="4"/>
      <dgm:spPr/>
    </dgm:pt>
    <dgm:pt modelId="{10DE0D2E-25F5-8A40-B40B-3F04F6521F7B}" type="pres">
      <dgm:prSet presAssocID="{13AFA8DF-3208-4111-BD70-4529CDB50201}" presName="horz1" presStyleCnt="0"/>
      <dgm:spPr/>
    </dgm:pt>
    <dgm:pt modelId="{97D6DB18-DB28-794D-90FD-E81915099EB1}" type="pres">
      <dgm:prSet presAssocID="{13AFA8DF-3208-4111-BD70-4529CDB50201}" presName="tx1" presStyleLbl="revTx" presStyleIdx="0" presStyleCnt="4"/>
      <dgm:spPr/>
    </dgm:pt>
    <dgm:pt modelId="{8D13BCB5-63CD-D44F-B5AE-81AC4B72711E}" type="pres">
      <dgm:prSet presAssocID="{13AFA8DF-3208-4111-BD70-4529CDB50201}" presName="vert1" presStyleCnt="0"/>
      <dgm:spPr/>
    </dgm:pt>
    <dgm:pt modelId="{4B97F3AD-4DBE-074C-BCBD-AACD7A5AFFB2}" type="pres">
      <dgm:prSet presAssocID="{C1072431-6C6B-407B-83E9-94BB3B7A83A1}" presName="thickLine" presStyleLbl="alignNode1" presStyleIdx="1" presStyleCnt="4"/>
      <dgm:spPr/>
    </dgm:pt>
    <dgm:pt modelId="{BF92611B-6BE0-CC4F-BE5D-45724F845F92}" type="pres">
      <dgm:prSet presAssocID="{C1072431-6C6B-407B-83E9-94BB3B7A83A1}" presName="horz1" presStyleCnt="0"/>
      <dgm:spPr/>
    </dgm:pt>
    <dgm:pt modelId="{A7F72942-AA0D-C449-9BC9-74626F2AEEED}" type="pres">
      <dgm:prSet presAssocID="{C1072431-6C6B-407B-83E9-94BB3B7A83A1}" presName="tx1" presStyleLbl="revTx" presStyleIdx="1" presStyleCnt="4"/>
      <dgm:spPr/>
    </dgm:pt>
    <dgm:pt modelId="{9B3B5FAD-C6B3-B644-8880-98B070C365C2}" type="pres">
      <dgm:prSet presAssocID="{C1072431-6C6B-407B-83E9-94BB3B7A83A1}" presName="vert1" presStyleCnt="0"/>
      <dgm:spPr/>
    </dgm:pt>
    <dgm:pt modelId="{EF341A52-D055-4A4F-AF22-2EF865DDFB95}" type="pres">
      <dgm:prSet presAssocID="{59B48A2E-9F7C-453E-BD03-5F5EE92B4C39}" presName="thickLine" presStyleLbl="alignNode1" presStyleIdx="2" presStyleCnt="4"/>
      <dgm:spPr/>
    </dgm:pt>
    <dgm:pt modelId="{91A010FA-6CFE-014B-B2CB-A78AE90B328F}" type="pres">
      <dgm:prSet presAssocID="{59B48A2E-9F7C-453E-BD03-5F5EE92B4C39}" presName="horz1" presStyleCnt="0"/>
      <dgm:spPr/>
    </dgm:pt>
    <dgm:pt modelId="{BC723665-BBD7-514F-9E0F-8C76C4B2E47F}" type="pres">
      <dgm:prSet presAssocID="{59B48A2E-9F7C-453E-BD03-5F5EE92B4C39}" presName="tx1" presStyleLbl="revTx" presStyleIdx="2" presStyleCnt="4"/>
      <dgm:spPr/>
    </dgm:pt>
    <dgm:pt modelId="{62705BBD-1270-8D4A-9477-F2E25CCE3D66}" type="pres">
      <dgm:prSet presAssocID="{59B48A2E-9F7C-453E-BD03-5F5EE92B4C39}" presName="vert1" presStyleCnt="0"/>
      <dgm:spPr/>
    </dgm:pt>
    <dgm:pt modelId="{3BFE8B58-E0AB-CE42-AA2B-8BF420047F7C}" type="pres">
      <dgm:prSet presAssocID="{EA24604A-CBC4-4844-BB91-C5825831C524}" presName="thickLine" presStyleLbl="alignNode1" presStyleIdx="3" presStyleCnt="4"/>
      <dgm:spPr/>
    </dgm:pt>
    <dgm:pt modelId="{7E007429-90FB-324E-B759-94338A6F5BAE}" type="pres">
      <dgm:prSet presAssocID="{EA24604A-CBC4-4844-BB91-C5825831C524}" presName="horz1" presStyleCnt="0"/>
      <dgm:spPr/>
    </dgm:pt>
    <dgm:pt modelId="{35885939-C2B2-EA4A-8FE8-6037700281B7}" type="pres">
      <dgm:prSet presAssocID="{EA24604A-CBC4-4844-BB91-C5825831C524}" presName="tx1" presStyleLbl="revTx" presStyleIdx="3" presStyleCnt="4"/>
      <dgm:spPr/>
    </dgm:pt>
    <dgm:pt modelId="{BE7BF16D-25F4-B140-9168-8D2C80629392}" type="pres">
      <dgm:prSet presAssocID="{EA24604A-CBC4-4844-BB91-C5825831C524}" presName="vert1" presStyleCnt="0"/>
      <dgm:spPr/>
    </dgm:pt>
  </dgm:ptLst>
  <dgm:cxnLst>
    <dgm:cxn modelId="{EB129E1E-5C47-0C45-8179-43DD61804695}" type="presOf" srcId="{DD15CA09-D9A3-40A5-AD97-43F90139F98A}" destId="{D8950DC4-8246-1343-B0E9-835CDD6180E6}" srcOrd="0" destOrd="0" presId="urn:microsoft.com/office/officeart/2008/layout/LinedList"/>
    <dgm:cxn modelId="{A60F1D36-C3D2-FF49-A170-312761BD99B8}" type="presOf" srcId="{EA24604A-CBC4-4844-BB91-C5825831C524}" destId="{35885939-C2B2-EA4A-8FE8-6037700281B7}" srcOrd="0" destOrd="0" presId="urn:microsoft.com/office/officeart/2008/layout/LinedList"/>
    <dgm:cxn modelId="{BDBE8A4B-C455-420B-B1A9-75C65EFF9796}" srcId="{DD15CA09-D9A3-40A5-AD97-43F90139F98A}" destId="{13AFA8DF-3208-4111-BD70-4529CDB50201}" srcOrd="0" destOrd="0" parTransId="{F96A7BE8-1FF9-494A-A83F-935B5786D303}" sibTransId="{EE51EFCF-C256-43D4-83FC-AE885EF39D1F}"/>
    <dgm:cxn modelId="{75D7AE67-AC6E-4992-A207-0E38D484D90D}" srcId="{DD15CA09-D9A3-40A5-AD97-43F90139F98A}" destId="{C1072431-6C6B-407B-83E9-94BB3B7A83A1}" srcOrd="1" destOrd="0" parTransId="{CE29CB34-CD73-4582-92F1-60A53EBEDA73}" sibTransId="{7D75F1FE-93B5-4298-BF03-231D2C000F89}"/>
    <dgm:cxn modelId="{2BCBC289-868C-4FAE-A4EC-A4236DBFA27B}" srcId="{DD15CA09-D9A3-40A5-AD97-43F90139F98A}" destId="{EA24604A-CBC4-4844-BB91-C5825831C524}" srcOrd="3" destOrd="0" parTransId="{15D6BAF9-F322-4F2B-AF2B-11C6AE7248D8}" sibTransId="{B0D88630-B8BC-4006-B8D0-172F03C40BBA}"/>
    <dgm:cxn modelId="{CF4F4C94-91AB-EE4C-A5B6-D41F4E1D7CDA}" type="presOf" srcId="{59B48A2E-9F7C-453E-BD03-5F5EE92B4C39}" destId="{BC723665-BBD7-514F-9E0F-8C76C4B2E47F}" srcOrd="0" destOrd="0" presId="urn:microsoft.com/office/officeart/2008/layout/LinedList"/>
    <dgm:cxn modelId="{B4363097-97D9-7D46-A4A9-43D58E6C3C4F}" type="presOf" srcId="{13AFA8DF-3208-4111-BD70-4529CDB50201}" destId="{97D6DB18-DB28-794D-90FD-E81915099EB1}" srcOrd="0" destOrd="0" presId="urn:microsoft.com/office/officeart/2008/layout/LinedList"/>
    <dgm:cxn modelId="{C334FB99-9E8E-4D1B-97CC-2BCAD9BE4763}" srcId="{DD15CA09-D9A3-40A5-AD97-43F90139F98A}" destId="{59B48A2E-9F7C-453E-BD03-5F5EE92B4C39}" srcOrd="2" destOrd="0" parTransId="{E6A2855A-1FC2-40D9-9956-F2C15EBEF414}" sibTransId="{65AA7102-F2B1-495B-AED5-25176EC6E49A}"/>
    <dgm:cxn modelId="{BE518BFC-7872-2F4C-B14D-074D13CE183E}" type="presOf" srcId="{C1072431-6C6B-407B-83E9-94BB3B7A83A1}" destId="{A7F72942-AA0D-C449-9BC9-74626F2AEEED}" srcOrd="0" destOrd="0" presId="urn:microsoft.com/office/officeart/2008/layout/LinedList"/>
    <dgm:cxn modelId="{D1F68E62-6860-F443-864F-4549569CB7D9}" type="presParOf" srcId="{D8950DC4-8246-1343-B0E9-835CDD6180E6}" destId="{06ACC790-91B0-BE4A-89C3-6E701FCB0262}" srcOrd="0" destOrd="0" presId="urn:microsoft.com/office/officeart/2008/layout/LinedList"/>
    <dgm:cxn modelId="{035FFBBF-6DF6-BF40-8E97-8033E528D508}" type="presParOf" srcId="{D8950DC4-8246-1343-B0E9-835CDD6180E6}" destId="{10DE0D2E-25F5-8A40-B40B-3F04F6521F7B}" srcOrd="1" destOrd="0" presId="urn:microsoft.com/office/officeart/2008/layout/LinedList"/>
    <dgm:cxn modelId="{8F8CDC31-2CF5-874E-87DF-607D0B8936BA}" type="presParOf" srcId="{10DE0D2E-25F5-8A40-B40B-3F04F6521F7B}" destId="{97D6DB18-DB28-794D-90FD-E81915099EB1}" srcOrd="0" destOrd="0" presId="urn:microsoft.com/office/officeart/2008/layout/LinedList"/>
    <dgm:cxn modelId="{1F7BEB77-DF6A-7946-BF36-D148B48FD21A}" type="presParOf" srcId="{10DE0D2E-25F5-8A40-B40B-3F04F6521F7B}" destId="{8D13BCB5-63CD-D44F-B5AE-81AC4B72711E}" srcOrd="1" destOrd="0" presId="urn:microsoft.com/office/officeart/2008/layout/LinedList"/>
    <dgm:cxn modelId="{51C5070A-234F-8244-9F10-CE2F5122F99E}" type="presParOf" srcId="{D8950DC4-8246-1343-B0E9-835CDD6180E6}" destId="{4B97F3AD-4DBE-074C-BCBD-AACD7A5AFFB2}" srcOrd="2" destOrd="0" presId="urn:microsoft.com/office/officeart/2008/layout/LinedList"/>
    <dgm:cxn modelId="{06501D4C-8837-124D-B3DF-88B7C6FEB4B2}" type="presParOf" srcId="{D8950DC4-8246-1343-B0E9-835CDD6180E6}" destId="{BF92611B-6BE0-CC4F-BE5D-45724F845F92}" srcOrd="3" destOrd="0" presId="urn:microsoft.com/office/officeart/2008/layout/LinedList"/>
    <dgm:cxn modelId="{3BD38C4D-3BFA-E242-B9DB-A8EEBECB90F6}" type="presParOf" srcId="{BF92611B-6BE0-CC4F-BE5D-45724F845F92}" destId="{A7F72942-AA0D-C449-9BC9-74626F2AEEED}" srcOrd="0" destOrd="0" presId="urn:microsoft.com/office/officeart/2008/layout/LinedList"/>
    <dgm:cxn modelId="{93312652-52E7-3B4B-B9C0-A9B2BAC51274}" type="presParOf" srcId="{BF92611B-6BE0-CC4F-BE5D-45724F845F92}" destId="{9B3B5FAD-C6B3-B644-8880-98B070C365C2}" srcOrd="1" destOrd="0" presId="urn:microsoft.com/office/officeart/2008/layout/LinedList"/>
    <dgm:cxn modelId="{7C8BB043-942E-3A40-A819-D6E34FF7E097}" type="presParOf" srcId="{D8950DC4-8246-1343-B0E9-835CDD6180E6}" destId="{EF341A52-D055-4A4F-AF22-2EF865DDFB95}" srcOrd="4" destOrd="0" presId="urn:microsoft.com/office/officeart/2008/layout/LinedList"/>
    <dgm:cxn modelId="{95B22558-19D8-0E4E-A392-F88899B76F99}" type="presParOf" srcId="{D8950DC4-8246-1343-B0E9-835CDD6180E6}" destId="{91A010FA-6CFE-014B-B2CB-A78AE90B328F}" srcOrd="5" destOrd="0" presId="urn:microsoft.com/office/officeart/2008/layout/LinedList"/>
    <dgm:cxn modelId="{CB95BDA2-749A-E043-AC7A-1F4CCD868A34}" type="presParOf" srcId="{91A010FA-6CFE-014B-B2CB-A78AE90B328F}" destId="{BC723665-BBD7-514F-9E0F-8C76C4B2E47F}" srcOrd="0" destOrd="0" presId="urn:microsoft.com/office/officeart/2008/layout/LinedList"/>
    <dgm:cxn modelId="{87004F9C-008A-534E-B094-3647A090422C}" type="presParOf" srcId="{91A010FA-6CFE-014B-B2CB-A78AE90B328F}" destId="{62705BBD-1270-8D4A-9477-F2E25CCE3D66}" srcOrd="1" destOrd="0" presId="urn:microsoft.com/office/officeart/2008/layout/LinedList"/>
    <dgm:cxn modelId="{2567B877-6647-1B4F-9BDB-04D45ADD3A1C}" type="presParOf" srcId="{D8950DC4-8246-1343-B0E9-835CDD6180E6}" destId="{3BFE8B58-E0AB-CE42-AA2B-8BF420047F7C}" srcOrd="6" destOrd="0" presId="urn:microsoft.com/office/officeart/2008/layout/LinedList"/>
    <dgm:cxn modelId="{4DBEE180-539E-7742-96E8-B1F472754199}" type="presParOf" srcId="{D8950DC4-8246-1343-B0E9-835CDD6180E6}" destId="{7E007429-90FB-324E-B759-94338A6F5BAE}" srcOrd="7" destOrd="0" presId="urn:microsoft.com/office/officeart/2008/layout/LinedList"/>
    <dgm:cxn modelId="{E03D7319-34C9-E14B-95CB-0A7EF2870E72}" type="presParOf" srcId="{7E007429-90FB-324E-B759-94338A6F5BAE}" destId="{35885939-C2B2-EA4A-8FE8-6037700281B7}" srcOrd="0" destOrd="0" presId="urn:microsoft.com/office/officeart/2008/layout/LinedList"/>
    <dgm:cxn modelId="{027912A3-AD9A-004D-BF24-C860B373A9B9}" type="presParOf" srcId="{7E007429-90FB-324E-B759-94338A6F5BAE}" destId="{BE7BF16D-25F4-B140-9168-8D2C806293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C3A391-F528-4528-85FF-F2E25A11435B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C23BF84-D970-42D3-8462-6359664C7D5C}">
      <dgm:prSet/>
      <dgm:spPr/>
      <dgm:t>
        <a:bodyPr/>
        <a:lstStyle/>
        <a:p>
          <a:r>
            <a:rPr lang="en-US"/>
            <a:t>It defines the packet structure and format</a:t>
          </a:r>
        </a:p>
      </dgm:t>
    </dgm:pt>
    <dgm:pt modelId="{1B01204E-F404-40C0-91B0-CBF1EC798217}" type="parTrans" cxnId="{5B93C18A-1B01-4CC9-80A4-3C85BB33AE53}">
      <dgm:prSet/>
      <dgm:spPr/>
      <dgm:t>
        <a:bodyPr/>
        <a:lstStyle/>
        <a:p>
          <a:endParaRPr lang="en-US"/>
        </a:p>
      </dgm:t>
    </dgm:pt>
    <dgm:pt modelId="{1703FF14-57D7-43BE-BEC9-5847BA105094}" type="sibTrans" cxnId="{5B93C18A-1B01-4CC9-80A4-3C85BB33AE53}">
      <dgm:prSet/>
      <dgm:spPr/>
      <dgm:t>
        <a:bodyPr/>
        <a:lstStyle/>
        <a:p>
          <a:endParaRPr lang="en-US"/>
        </a:p>
      </dgm:t>
    </dgm:pt>
    <dgm:pt modelId="{A75F8D17-04F4-4D42-8C3A-22B534C4E39B}">
      <dgm:prSet/>
      <dgm:spPr/>
      <dgm:t>
        <a:bodyPr/>
        <a:lstStyle/>
        <a:p>
          <a:r>
            <a:rPr lang="en-US"/>
            <a:t>IP defines the universal network address scheme</a:t>
          </a:r>
        </a:p>
      </dgm:t>
    </dgm:pt>
    <dgm:pt modelId="{804A4DC8-389F-477F-A65C-906B69DA0E38}" type="parTrans" cxnId="{6FD2860E-5236-44D6-BBF6-75A67AF759DD}">
      <dgm:prSet/>
      <dgm:spPr/>
      <dgm:t>
        <a:bodyPr/>
        <a:lstStyle/>
        <a:p>
          <a:endParaRPr lang="en-US"/>
        </a:p>
      </dgm:t>
    </dgm:pt>
    <dgm:pt modelId="{BD4C17DF-578C-42EE-B38E-EC8F12A9A248}" type="sibTrans" cxnId="{6FD2860E-5236-44D6-BBF6-75A67AF759DD}">
      <dgm:prSet/>
      <dgm:spPr/>
      <dgm:t>
        <a:bodyPr/>
        <a:lstStyle/>
        <a:p>
          <a:endParaRPr lang="en-US"/>
        </a:p>
      </dgm:t>
    </dgm:pt>
    <dgm:pt modelId="{20AAEF07-091A-4AD6-A8DB-65C35D5D1FA3}">
      <dgm:prSet/>
      <dgm:spPr/>
      <dgm:t>
        <a:bodyPr/>
        <a:lstStyle/>
        <a:p>
          <a:r>
            <a:rPr lang="en-US"/>
            <a:t>IP provides a method for routing packets</a:t>
          </a:r>
        </a:p>
      </dgm:t>
    </dgm:pt>
    <dgm:pt modelId="{6E05605C-3C58-40F9-9C39-E6F9B2B436C8}" type="parTrans" cxnId="{43D243DA-40FA-4BED-A83C-0EBE278FE624}">
      <dgm:prSet/>
      <dgm:spPr/>
      <dgm:t>
        <a:bodyPr/>
        <a:lstStyle/>
        <a:p>
          <a:endParaRPr lang="en-US"/>
        </a:p>
      </dgm:t>
    </dgm:pt>
    <dgm:pt modelId="{1C404E7E-1C2A-4FFE-85DF-8A803EAAC585}" type="sibTrans" cxnId="{43D243DA-40FA-4BED-A83C-0EBE278FE624}">
      <dgm:prSet/>
      <dgm:spPr/>
      <dgm:t>
        <a:bodyPr/>
        <a:lstStyle/>
        <a:p>
          <a:endParaRPr lang="en-US"/>
        </a:p>
      </dgm:t>
    </dgm:pt>
    <dgm:pt modelId="{B876FC1F-9246-9B45-B2DD-1B049C67D8A5}" type="pres">
      <dgm:prSet presAssocID="{27C3A391-F528-4528-85FF-F2E25A11435B}" presName="vert0" presStyleCnt="0">
        <dgm:presLayoutVars>
          <dgm:dir/>
          <dgm:animOne val="branch"/>
          <dgm:animLvl val="lvl"/>
        </dgm:presLayoutVars>
      </dgm:prSet>
      <dgm:spPr/>
    </dgm:pt>
    <dgm:pt modelId="{E810205A-AA45-A14A-A405-067307FA375D}" type="pres">
      <dgm:prSet presAssocID="{AC23BF84-D970-42D3-8462-6359664C7D5C}" presName="thickLine" presStyleLbl="alignNode1" presStyleIdx="0" presStyleCnt="3"/>
      <dgm:spPr/>
    </dgm:pt>
    <dgm:pt modelId="{838BFCB3-A231-364A-A146-9BC3FE061F2E}" type="pres">
      <dgm:prSet presAssocID="{AC23BF84-D970-42D3-8462-6359664C7D5C}" presName="horz1" presStyleCnt="0"/>
      <dgm:spPr/>
    </dgm:pt>
    <dgm:pt modelId="{F7A4346E-B829-6A47-80DF-A9E18B9FE6C3}" type="pres">
      <dgm:prSet presAssocID="{AC23BF84-D970-42D3-8462-6359664C7D5C}" presName="tx1" presStyleLbl="revTx" presStyleIdx="0" presStyleCnt="3"/>
      <dgm:spPr/>
    </dgm:pt>
    <dgm:pt modelId="{F6C673BA-A318-7143-9B4E-F18C66329CC5}" type="pres">
      <dgm:prSet presAssocID="{AC23BF84-D970-42D3-8462-6359664C7D5C}" presName="vert1" presStyleCnt="0"/>
      <dgm:spPr/>
    </dgm:pt>
    <dgm:pt modelId="{14AA8943-DC58-1A48-BBAD-FE7AFDDA351B}" type="pres">
      <dgm:prSet presAssocID="{A75F8D17-04F4-4D42-8C3A-22B534C4E39B}" presName="thickLine" presStyleLbl="alignNode1" presStyleIdx="1" presStyleCnt="3"/>
      <dgm:spPr/>
    </dgm:pt>
    <dgm:pt modelId="{A3AFD189-8664-FB48-ABD4-C8C482FE5472}" type="pres">
      <dgm:prSet presAssocID="{A75F8D17-04F4-4D42-8C3A-22B534C4E39B}" presName="horz1" presStyleCnt="0"/>
      <dgm:spPr/>
    </dgm:pt>
    <dgm:pt modelId="{A74A5CCA-14FE-D245-8AD7-D702561009F6}" type="pres">
      <dgm:prSet presAssocID="{A75F8D17-04F4-4D42-8C3A-22B534C4E39B}" presName="tx1" presStyleLbl="revTx" presStyleIdx="1" presStyleCnt="3"/>
      <dgm:spPr/>
    </dgm:pt>
    <dgm:pt modelId="{192BEC3F-D575-6A40-8B65-A1D9987309C9}" type="pres">
      <dgm:prSet presAssocID="{A75F8D17-04F4-4D42-8C3A-22B534C4E39B}" presName="vert1" presStyleCnt="0"/>
      <dgm:spPr/>
    </dgm:pt>
    <dgm:pt modelId="{9B39F576-3201-7D49-9752-B6D53A818F16}" type="pres">
      <dgm:prSet presAssocID="{20AAEF07-091A-4AD6-A8DB-65C35D5D1FA3}" presName="thickLine" presStyleLbl="alignNode1" presStyleIdx="2" presStyleCnt="3"/>
      <dgm:spPr/>
    </dgm:pt>
    <dgm:pt modelId="{4068A779-C6B9-A745-85E9-07F33CA3144C}" type="pres">
      <dgm:prSet presAssocID="{20AAEF07-091A-4AD6-A8DB-65C35D5D1FA3}" presName="horz1" presStyleCnt="0"/>
      <dgm:spPr/>
    </dgm:pt>
    <dgm:pt modelId="{14A71258-ED98-DA4A-83EB-42D7BD2268BB}" type="pres">
      <dgm:prSet presAssocID="{20AAEF07-091A-4AD6-A8DB-65C35D5D1FA3}" presName="tx1" presStyleLbl="revTx" presStyleIdx="2" presStyleCnt="3"/>
      <dgm:spPr/>
    </dgm:pt>
    <dgm:pt modelId="{7114C99A-DC02-DD49-8DF1-87083DCDA6FD}" type="pres">
      <dgm:prSet presAssocID="{20AAEF07-091A-4AD6-A8DB-65C35D5D1FA3}" presName="vert1" presStyleCnt="0"/>
      <dgm:spPr/>
    </dgm:pt>
  </dgm:ptLst>
  <dgm:cxnLst>
    <dgm:cxn modelId="{6FD2860E-5236-44D6-BBF6-75A67AF759DD}" srcId="{27C3A391-F528-4528-85FF-F2E25A11435B}" destId="{A75F8D17-04F4-4D42-8C3A-22B534C4E39B}" srcOrd="1" destOrd="0" parTransId="{804A4DC8-389F-477F-A65C-906B69DA0E38}" sibTransId="{BD4C17DF-578C-42EE-B38E-EC8F12A9A248}"/>
    <dgm:cxn modelId="{209AB254-C866-774B-A67E-FCCB5094AAB0}" type="presOf" srcId="{AC23BF84-D970-42D3-8462-6359664C7D5C}" destId="{F7A4346E-B829-6A47-80DF-A9E18B9FE6C3}" srcOrd="0" destOrd="0" presId="urn:microsoft.com/office/officeart/2008/layout/LinedList"/>
    <dgm:cxn modelId="{5F32A06E-2663-C840-9597-E1E34755724E}" type="presOf" srcId="{27C3A391-F528-4528-85FF-F2E25A11435B}" destId="{B876FC1F-9246-9B45-B2DD-1B049C67D8A5}" srcOrd="0" destOrd="0" presId="urn:microsoft.com/office/officeart/2008/layout/LinedList"/>
    <dgm:cxn modelId="{5B93C18A-1B01-4CC9-80A4-3C85BB33AE53}" srcId="{27C3A391-F528-4528-85FF-F2E25A11435B}" destId="{AC23BF84-D970-42D3-8462-6359664C7D5C}" srcOrd="0" destOrd="0" parTransId="{1B01204E-F404-40C0-91B0-CBF1EC798217}" sibTransId="{1703FF14-57D7-43BE-BEC9-5847BA105094}"/>
    <dgm:cxn modelId="{14678CD1-DD3C-C044-A479-DC08CDC81DBE}" type="presOf" srcId="{A75F8D17-04F4-4D42-8C3A-22B534C4E39B}" destId="{A74A5CCA-14FE-D245-8AD7-D702561009F6}" srcOrd="0" destOrd="0" presId="urn:microsoft.com/office/officeart/2008/layout/LinedList"/>
    <dgm:cxn modelId="{43D243DA-40FA-4BED-A83C-0EBE278FE624}" srcId="{27C3A391-F528-4528-85FF-F2E25A11435B}" destId="{20AAEF07-091A-4AD6-A8DB-65C35D5D1FA3}" srcOrd="2" destOrd="0" parTransId="{6E05605C-3C58-40F9-9C39-E6F9B2B436C8}" sibTransId="{1C404E7E-1C2A-4FFE-85DF-8A803EAAC585}"/>
    <dgm:cxn modelId="{EB1CD2F7-638F-0D45-AE4B-1E00CD8FC5A1}" type="presOf" srcId="{20AAEF07-091A-4AD6-A8DB-65C35D5D1FA3}" destId="{14A71258-ED98-DA4A-83EB-42D7BD2268BB}" srcOrd="0" destOrd="0" presId="urn:microsoft.com/office/officeart/2008/layout/LinedList"/>
    <dgm:cxn modelId="{0DB0FABA-FE0D-9841-B377-6E914E96EC34}" type="presParOf" srcId="{B876FC1F-9246-9B45-B2DD-1B049C67D8A5}" destId="{E810205A-AA45-A14A-A405-067307FA375D}" srcOrd="0" destOrd="0" presId="urn:microsoft.com/office/officeart/2008/layout/LinedList"/>
    <dgm:cxn modelId="{EE969C2A-944A-EE4F-8A0F-178A072F1572}" type="presParOf" srcId="{B876FC1F-9246-9B45-B2DD-1B049C67D8A5}" destId="{838BFCB3-A231-364A-A146-9BC3FE061F2E}" srcOrd="1" destOrd="0" presId="urn:microsoft.com/office/officeart/2008/layout/LinedList"/>
    <dgm:cxn modelId="{7C3EF137-2887-7249-8A78-22B26915DD1D}" type="presParOf" srcId="{838BFCB3-A231-364A-A146-9BC3FE061F2E}" destId="{F7A4346E-B829-6A47-80DF-A9E18B9FE6C3}" srcOrd="0" destOrd="0" presId="urn:microsoft.com/office/officeart/2008/layout/LinedList"/>
    <dgm:cxn modelId="{20BBF757-9981-A646-8BCE-82DB11A5B0DF}" type="presParOf" srcId="{838BFCB3-A231-364A-A146-9BC3FE061F2E}" destId="{F6C673BA-A318-7143-9B4E-F18C66329CC5}" srcOrd="1" destOrd="0" presId="urn:microsoft.com/office/officeart/2008/layout/LinedList"/>
    <dgm:cxn modelId="{46E47435-DBE3-9D41-B562-308464C64AA1}" type="presParOf" srcId="{B876FC1F-9246-9B45-B2DD-1B049C67D8A5}" destId="{14AA8943-DC58-1A48-BBAD-FE7AFDDA351B}" srcOrd="2" destOrd="0" presId="urn:microsoft.com/office/officeart/2008/layout/LinedList"/>
    <dgm:cxn modelId="{42238B98-22B3-3F42-ACEB-D81BA236FB83}" type="presParOf" srcId="{B876FC1F-9246-9B45-B2DD-1B049C67D8A5}" destId="{A3AFD189-8664-FB48-ABD4-C8C482FE5472}" srcOrd="3" destOrd="0" presId="urn:microsoft.com/office/officeart/2008/layout/LinedList"/>
    <dgm:cxn modelId="{6C246B53-B4C1-FB47-946A-7A4A446C5305}" type="presParOf" srcId="{A3AFD189-8664-FB48-ABD4-C8C482FE5472}" destId="{A74A5CCA-14FE-D245-8AD7-D702561009F6}" srcOrd="0" destOrd="0" presId="urn:microsoft.com/office/officeart/2008/layout/LinedList"/>
    <dgm:cxn modelId="{FFCE8E5A-0DB3-0943-9AF4-E13983482EBC}" type="presParOf" srcId="{A3AFD189-8664-FB48-ABD4-C8C482FE5472}" destId="{192BEC3F-D575-6A40-8B65-A1D9987309C9}" srcOrd="1" destOrd="0" presId="urn:microsoft.com/office/officeart/2008/layout/LinedList"/>
    <dgm:cxn modelId="{3EEDF84A-88CA-D541-928E-1505DADEBAED}" type="presParOf" srcId="{B876FC1F-9246-9B45-B2DD-1B049C67D8A5}" destId="{9B39F576-3201-7D49-9752-B6D53A818F16}" srcOrd="4" destOrd="0" presId="urn:microsoft.com/office/officeart/2008/layout/LinedList"/>
    <dgm:cxn modelId="{9FE2B2E3-FA6D-544A-8183-CA2E272FAF69}" type="presParOf" srcId="{B876FC1F-9246-9B45-B2DD-1B049C67D8A5}" destId="{4068A779-C6B9-A745-85E9-07F33CA3144C}" srcOrd="5" destOrd="0" presId="urn:microsoft.com/office/officeart/2008/layout/LinedList"/>
    <dgm:cxn modelId="{F1B567D7-C0A8-974B-85AB-5DFD20FACA3D}" type="presParOf" srcId="{4068A779-C6B9-A745-85E9-07F33CA3144C}" destId="{14A71258-ED98-DA4A-83EB-42D7BD2268BB}" srcOrd="0" destOrd="0" presId="urn:microsoft.com/office/officeart/2008/layout/LinedList"/>
    <dgm:cxn modelId="{A72631B2-DD9F-7449-B28C-E9E20AD73A13}" type="presParOf" srcId="{4068A779-C6B9-A745-85E9-07F33CA3144C}" destId="{7114C99A-DC02-DD49-8DF1-87083DCDA6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ACC790-91B0-BE4A-89C3-6E701FCB0262}">
      <dsp:nvSpPr>
        <dsp:cNvPr id="0" name=""/>
        <dsp:cNvSpPr/>
      </dsp:nvSpPr>
      <dsp:spPr>
        <a:xfrm>
          <a:off x="0" y="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D6DB18-DB28-794D-90FD-E81915099EB1}">
      <dsp:nvSpPr>
        <dsp:cNvPr id="0" name=""/>
        <dsp:cNvSpPr/>
      </dsp:nvSpPr>
      <dsp:spPr>
        <a:xfrm>
          <a:off x="0" y="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On the Internet, (almost) every network is running using IP as the network layer protocol</a:t>
          </a:r>
        </a:p>
      </dsp:txBody>
      <dsp:txXfrm>
        <a:off x="0" y="0"/>
        <a:ext cx="6666833" cy="1363480"/>
      </dsp:txXfrm>
    </dsp:sp>
    <dsp:sp modelId="{4B97F3AD-4DBE-074C-BCBD-AACD7A5AFFB2}">
      <dsp:nvSpPr>
        <dsp:cNvPr id="0" name=""/>
        <dsp:cNvSpPr/>
      </dsp:nvSpPr>
      <dsp:spPr>
        <a:xfrm>
          <a:off x="0" y="1363480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F72942-AA0D-C449-9BC9-74626F2AEEED}">
      <dsp:nvSpPr>
        <dsp:cNvPr id="0" name=""/>
        <dsp:cNvSpPr/>
      </dsp:nvSpPr>
      <dsp:spPr>
        <a:xfrm>
          <a:off x="0" y="136348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IPV4 was originally designed in 1981, and is still used by the majority of the Internet systems.</a:t>
          </a:r>
        </a:p>
      </dsp:txBody>
      <dsp:txXfrm>
        <a:off x="0" y="1363480"/>
        <a:ext cx="6666833" cy="1363480"/>
      </dsp:txXfrm>
    </dsp:sp>
    <dsp:sp modelId="{EF341A52-D055-4A4F-AF22-2EF865DDFB95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723665-BBD7-514F-9E0F-8C76C4B2E47F}">
      <dsp:nvSpPr>
        <dsp:cNvPr id="0" name=""/>
        <dsp:cNvSpPr/>
      </dsp:nvSpPr>
      <dsp:spPr>
        <a:xfrm>
          <a:off x="0" y="272696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 newer version, IPV6, is gradually being adopted.</a:t>
          </a:r>
        </a:p>
      </dsp:txBody>
      <dsp:txXfrm>
        <a:off x="0" y="2726960"/>
        <a:ext cx="6666833" cy="1363480"/>
      </dsp:txXfrm>
    </dsp:sp>
    <dsp:sp modelId="{3BFE8B58-E0AB-CE42-AA2B-8BF420047F7C}">
      <dsp:nvSpPr>
        <dsp:cNvPr id="0" name=""/>
        <dsp:cNvSpPr/>
      </dsp:nvSpPr>
      <dsp:spPr>
        <a:xfrm>
          <a:off x="0" y="409044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885939-C2B2-EA4A-8FE8-6037700281B7}">
      <dsp:nvSpPr>
        <dsp:cNvPr id="0" name=""/>
        <dsp:cNvSpPr/>
      </dsp:nvSpPr>
      <dsp:spPr>
        <a:xfrm>
          <a:off x="0" y="4090440"/>
          <a:ext cx="6666833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IP became successful because it is highly scalable – even with billion hosts on the Internet, routing is still efficient and practical.</a:t>
          </a:r>
        </a:p>
      </dsp:txBody>
      <dsp:txXfrm>
        <a:off x="0" y="4090440"/>
        <a:ext cx="6666833" cy="13634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10205A-AA45-A14A-A405-067307FA375D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4346E-B829-6A47-80DF-A9E18B9FE6C3}">
      <dsp:nvSpPr>
        <dsp:cNvPr id="0" name=""/>
        <dsp:cNvSpPr/>
      </dsp:nvSpPr>
      <dsp:spPr>
        <a:xfrm>
          <a:off x="0" y="2663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It defines the packet structure and format</a:t>
          </a:r>
        </a:p>
      </dsp:txBody>
      <dsp:txXfrm>
        <a:off x="0" y="2663"/>
        <a:ext cx="6666833" cy="1816197"/>
      </dsp:txXfrm>
    </dsp:sp>
    <dsp:sp modelId="{14AA8943-DC58-1A48-BBAD-FE7AFDDA351B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3221806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6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6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4A5CCA-14FE-D245-8AD7-D702561009F6}">
      <dsp:nvSpPr>
        <dsp:cNvPr id="0" name=""/>
        <dsp:cNvSpPr/>
      </dsp:nvSpPr>
      <dsp:spPr>
        <a:xfrm>
          <a:off x="0" y="1818861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IP defines the universal network address scheme</a:t>
          </a:r>
        </a:p>
      </dsp:txBody>
      <dsp:txXfrm>
        <a:off x="0" y="1818861"/>
        <a:ext cx="6666833" cy="1816197"/>
      </dsp:txXfrm>
    </dsp:sp>
    <dsp:sp modelId="{9B39F576-3201-7D49-9752-B6D53A818F16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A71258-ED98-DA4A-83EB-42D7BD2268BB}">
      <dsp:nvSpPr>
        <dsp:cNvPr id="0" name=""/>
        <dsp:cNvSpPr/>
      </dsp:nvSpPr>
      <dsp:spPr>
        <a:xfrm>
          <a:off x="0" y="3635058"/>
          <a:ext cx="6666833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50" tIns="171450" rIns="171450" bIns="171450" numCol="1" spcCol="1270" anchor="t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IP provides a method for routing packets</a:t>
          </a:r>
        </a:p>
      </dsp:txBody>
      <dsp:txXfrm>
        <a:off x="0" y="3635058"/>
        <a:ext cx="6666833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23FA-0313-11E7-DF7B-8F8591657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77316-CC3D-1BFF-4FFA-BBB27FCFE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F5129-48C1-CE57-6D67-3D1670344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E436D-57F8-1232-55D1-B0BCC084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EC75-2ED5-B12D-9117-3C794FFF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22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DBDA-4D05-AA54-5EC6-B0484753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31ED-6AF3-E34E-9C19-69A1045D0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7E6BA-61E6-5F28-150A-74D24291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621B5-234A-3701-80C6-035EF87D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03340-72B1-A64D-DE63-6D072694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0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154F-E7D7-FBD0-FE00-B41CA5EA3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FA7A5-537D-206A-24B7-896B7BBE1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DDE1C-9807-45FD-A1E7-54963711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C421F-676A-7D58-AD71-591BFEE8B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90581-9898-073A-6B56-F66D3D25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2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0D88-BA34-AC39-0697-DC71CDD1B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3BB79-0694-ECC8-F0B9-4B063E388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C567E-36E3-111E-90E5-B1DD527A7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38B6C-E086-E256-ADAD-D649926C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A4334-1501-2DD8-AF18-CFD4780B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D0AC9-C948-F4B3-878E-DB4D7262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55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D113A-8362-F8F0-FE9E-5AE923ED2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37B93-4B0C-74F3-D6BD-E81592EEE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3760A1-FFAB-ABF9-AEA3-AF8968211A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C8D107-8FCA-708E-2FD7-197614730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78DC6-A130-C108-49E8-3E6E40C03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66617B-F1C9-84A8-AAB2-A9225004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C0F27-4BE2-6147-6DCC-FDCDBED45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40FAF8-5113-D4C3-E1F1-E35DB420D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4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3115-4C6D-DF0E-AC64-D88F4AB25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8948A-E4E1-3520-4F96-8680ECA8D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9B74FE-BA4B-429D-CC89-2FAAEEFE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F556B-52CC-C759-7038-633E24F06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A94D8-0EAA-9C4D-D2BC-8E4B2D90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C783F-B02E-FA98-25F7-2FC1797EA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83242-678D-5E2C-3109-966808502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3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518C-8D82-BC49-6179-AF57F566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E5604-1E98-5F0C-4EB3-3C2A014F5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8A7C0-76D0-7590-947C-0C3CC704B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70331-E02E-F5F5-8954-74334D8D3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257A3-C213-5CE1-5535-3BA84AC2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CEB04-8C09-F0BE-3661-4D4D3C15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0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D20F-A706-2513-70D7-FD909C2A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D2280-2470-B115-731B-121C867675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FAF59-AE83-BFEA-2AD6-DDD501502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F09C4-514E-A7B4-2DDB-A62FEE8A1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A5F7B-A667-2294-E829-BA480499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1C3917-2EEF-3006-F3E7-99AB9D03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28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F04D0-3E69-28B7-0A30-44327B0FA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BD9B68-921F-78CE-5B5C-9C8DF0EFA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BBF41-A1C2-BFC7-59A9-50AE4ECF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98D09-E3F4-165C-7479-44E46CFD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9437-B2C4-6185-FFCB-C1FEC262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1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EE5FF-C853-B4E8-E9CD-AE2A050556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A9015-B93E-B27A-5D1F-404CBB05A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18FD9-C05C-198D-7F82-916BC933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BAD11-01D5-E0C9-84BC-0ED4E4FE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E07B2-4B4D-2482-7FA4-865850C4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2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B208D-12BD-5367-5FEC-A8AD06EC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5DA08-4893-D286-80FC-0DA411BFE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83701-7511-DB13-42BF-138E5B425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13976-4BD2-A44C-ADD0-62145EE66EA8}" type="datetimeFigureOut">
              <a:rPr lang="en-US" smtClean="0"/>
              <a:t>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0ED2D-212E-D40B-EE3C-03F3ED8DA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5A7A7-53CA-31FD-746E-926D467E1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800F9-2E2B-C447-87B0-CA4254A61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046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97239-A507-235A-2F0C-D0518DF3B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222"/>
            <a:ext cx="12192000" cy="6862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1C8AC0-1034-CAD5-9ABA-5026E6910151}"/>
              </a:ext>
            </a:extLst>
          </p:cNvPr>
          <p:cNvSpPr txBox="1"/>
          <p:nvPr/>
        </p:nvSpPr>
        <p:spPr>
          <a:xfrm>
            <a:off x="1323027" y="4369774"/>
            <a:ext cx="53861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Dr. Ragib Hasan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2400" b="1" dirty="0"/>
              <a:t>Lecture 5.1: </a:t>
            </a:r>
          </a:p>
          <a:p>
            <a:r>
              <a:rPr lang="en-US" sz="2400" dirty="0"/>
              <a:t>The Internet Protocol (IP)</a:t>
            </a:r>
          </a:p>
        </p:txBody>
      </p:sp>
    </p:spTree>
    <p:extLst>
      <p:ext uri="{BB962C8B-B14F-4D97-AF65-F5344CB8AC3E}">
        <p14:creationId xmlns:p14="http://schemas.microsoft.com/office/powerpoint/2010/main" val="1246267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61E20-902A-1E73-3562-5E3E580F5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Big Picture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A0C71-2C74-3787-B46F-E54CCB829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far, we looked at the Link Layer or LAN Layer, which deals with how computers can connect to each other locally.</a:t>
            </a:r>
          </a:p>
          <a:p>
            <a:endParaRPr lang="en-US" dirty="0"/>
          </a:p>
          <a:p>
            <a:r>
              <a:rPr lang="en-US" dirty="0"/>
              <a:t>But how do we reach computers in other networks, which may not be directly connected to our network?</a:t>
            </a:r>
          </a:p>
          <a:p>
            <a:endParaRPr lang="en-US" dirty="0"/>
          </a:p>
          <a:p>
            <a:r>
              <a:rPr lang="en-US" dirty="0"/>
              <a:t>Network Layer -- the next layer in the TCP/IP model provides an answer!</a:t>
            </a:r>
          </a:p>
        </p:txBody>
      </p:sp>
    </p:spTree>
    <p:extLst>
      <p:ext uri="{BB962C8B-B14F-4D97-AF65-F5344CB8AC3E}">
        <p14:creationId xmlns:p14="http://schemas.microsoft.com/office/powerpoint/2010/main" val="1380090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0FC7B-89DB-21E9-00A5-53228777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3612-E06E-59E3-3FAD-67B070C70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LAN layers show how to move data locally</a:t>
            </a:r>
          </a:p>
          <a:p>
            <a:endParaRPr lang="en-US" dirty="0"/>
          </a:p>
          <a:p>
            <a:r>
              <a:rPr lang="en-US" dirty="0"/>
              <a:t>For global communications, LAN protocols aren’t enough</a:t>
            </a:r>
          </a:p>
          <a:p>
            <a:r>
              <a:rPr lang="en-US" dirty="0"/>
              <a:t>We need 3 tasks to be handled globally</a:t>
            </a:r>
          </a:p>
          <a:p>
            <a:pPr lvl="1"/>
            <a:r>
              <a:rPr lang="en-US" b="1" dirty="0"/>
              <a:t>Standard Packet Format:</a:t>
            </a:r>
            <a:r>
              <a:rPr lang="en-US" dirty="0"/>
              <a:t> We need to decide on a common format for packets or datagrams</a:t>
            </a:r>
          </a:p>
          <a:p>
            <a:pPr lvl="1"/>
            <a:r>
              <a:rPr lang="en-US" b="1" dirty="0"/>
              <a:t>Global Addressing Scheme:</a:t>
            </a:r>
            <a:r>
              <a:rPr lang="en-US" dirty="0"/>
              <a:t> We need an addressing scheme</a:t>
            </a:r>
          </a:p>
          <a:p>
            <a:pPr lvl="1"/>
            <a:r>
              <a:rPr lang="en-US" b="1" dirty="0"/>
              <a:t>Path forwarding scheme: </a:t>
            </a:r>
            <a:r>
              <a:rPr lang="en-US" dirty="0"/>
              <a:t>We need a way to figure out where to send the packet next</a:t>
            </a:r>
          </a:p>
          <a:p>
            <a:r>
              <a:rPr lang="en-US" dirty="0"/>
              <a:t>In today’s networks, IP is the dominant technology in the network layer</a:t>
            </a:r>
          </a:p>
        </p:txBody>
      </p:sp>
    </p:spTree>
    <p:extLst>
      <p:ext uri="{BB962C8B-B14F-4D97-AF65-F5344CB8AC3E}">
        <p14:creationId xmlns:p14="http://schemas.microsoft.com/office/powerpoint/2010/main" val="225581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E360A-C8F0-0BDE-9E61-4A740CC1C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“The Internet is the IP protocol”</a:t>
            </a:r>
          </a:p>
        </p:txBody>
      </p:sp>
    </p:spTree>
    <p:extLst>
      <p:ext uri="{BB962C8B-B14F-4D97-AF65-F5344CB8AC3E}">
        <p14:creationId xmlns:p14="http://schemas.microsoft.com/office/powerpoint/2010/main" val="222943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28E00-ABCA-D60F-31D6-955CB74A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Internet Protocol (IP)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1E53B848-077A-5747-CBF8-716CB4D70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12" r="33643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DDBA3-31A3-6453-E424-C9720817C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700" b="1" i="0">
                <a:effectLst/>
                <a:latin typeface="Google Sans"/>
              </a:rPr>
              <a:t>The Internet Protocol </a:t>
            </a:r>
            <a:r>
              <a:rPr lang="en-US" sz="1700" b="0" i="0">
                <a:effectLst/>
                <a:latin typeface="Google Sans"/>
              </a:rPr>
              <a:t>(IP) is </a:t>
            </a:r>
            <a:r>
              <a:rPr lang="en-US" sz="1700"/>
              <a:t>a fundamental protocol that allows computers to communicate with each other over the internet or within isolated networks</a:t>
            </a:r>
            <a:r>
              <a:rPr lang="en-US" sz="1700" b="0" i="0">
                <a:effectLst/>
                <a:latin typeface="Google Sans"/>
              </a:rPr>
              <a:t>.</a:t>
            </a:r>
          </a:p>
          <a:p>
            <a:endParaRPr lang="en-US" sz="1700">
              <a:latin typeface="Google Sans"/>
            </a:endParaRPr>
          </a:p>
          <a:p>
            <a:r>
              <a:rPr lang="en-US" sz="1700">
                <a:latin typeface="Google Sans"/>
              </a:rPr>
              <a:t>IP is </a:t>
            </a:r>
            <a:r>
              <a:rPr lang="en-US" sz="1700" b="1">
                <a:latin typeface="Google Sans"/>
              </a:rPr>
              <a:t>independent</a:t>
            </a:r>
            <a:r>
              <a:rPr lang="en-US" sz="1700">
                <a:latin typeface="Google Sans"/>
              </a:rPr>
              <a:t> of upper and lower level protocols – even if you have a different transport and different Link layer (LAN) protocol, the Internet still works!</a:t>
            </a:r>
          </a:p>
          <a:p>
            <a:endParaRPr lang="en-US" sz="1700">
              <a:latin typeface="Google Sans"/>
            </a:endParaRPr>
          </a:p>
          <a:p>
            <a:r>
              <a:rPr lang="en-US" sz="1700">
                <a:latin typeface="Google Sans"/>
              </a:rPr>
              <a:t>Analogy: The Postal System! Doesn’t matter what you are sending in the envelop – as long as it fits the envelop, and contains the correct address, the postal system will route it to the ultimate destination.</a:t>
            </a: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39534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CC8A7-A668-87DD-F079-2ABF875A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IP is ubiquitous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E0CD6B-30B0-FE7B-4180-7CEE96ECB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539777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3182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44765B-6A7C-2B58-1F53-D4D00C006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What does IP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1B8846-AD44-6A58-2704-92E34AA9F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733975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2750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4B78-4B12-B13F-C66A-03F5431F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design principles in 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D33D1-4AD1-9E82-2692-EC15B2FB6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it “best effort” – routers make the best effort to deliver packets but don’t guarantee it. (Why?)</a:t>
            </a:r>
          </a:p>
          <a:p>
            <a:r>
              <a:rPr lang="en-US" dirty="0"/>
              <a:t>Maintain no state (why?)</a:t>
            </a:r>
          </a:p>
          <a:p>
            <a:r>
              <a:rPr lang="en-US" dirty="0"/>
              <a:t>Don’t even try to acknowledge successful delivery of packets (why?)</a:t>
            </a:r>
          </a:p>
        </p:txBody>
      </p:sp>
    </p:spTree>
    <p:extLst>
      <p:ext uri="{BB962C8B-B14F-4D97-AF65-F5344CB8AC3E}">
        <p14:creationId xmlns:p14="http://schemas.microsoft.com/office/powerpoint/2010/main" val="119006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B67B-0FA6-9A76-4199-67391F94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Packet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41368-4335-CCFC-FC55-F9FF121D3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Packets in IP have a header (for packet information) and packet content or payload.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>
                <a:effectLst/>
                <a:latin typeface="NimbusRomNo9L"/>
              </a:rPr>
              <a:t>The IPv4 Header contain the following information:</a:t>
            </a:r>
            <a:br>
              <a:rPr lang="en-US" sz="2800" dirty="0">
                <a:effectLst/>
                <a:latin typeface="NimbusRomNo9L"/>
              </a:rPr>
            </a:br>
            <a:endParaRPr lang="en-US" sz="2800" dirty="0">
              <a:effectLst/>
              <a:latin typeface="NimbusRomNo9L"/>
            </a:endParaRPr>
          </a:p>
          <a:p>
            <a:r>
              <a:rPr lang="en-US" sz="2800" dirty="0">
                <a:effectLst/>
                <a:latin typeface="NimbusRomNo9L"/>
              </a:rPr>
              <a:t>destination and source addresses</a:t>
            </a:r>
          </a:p>
          <a:p>
            <a:r>
              <a:rPr lang="en-US" sz="2800" dirty="0">
                <a:effectLst/>
                <a:latin typeface="NimbusRomNo9L"/>
              </a:rPr>
              <a:t>indication of ipv4 versus ipv6</a:t>
            </a:r>
          </a:p>
          <a:p>
            <a:r>
              <a:rPr lang="en-US" sz="2800" dirty="0">
                <a:effectLst/>
                <a:latin typeface="NimbusRomNo9L"/>
              </a:rPr>
              <a:t>a Time To Live (TTL) value, to prevent infinite routing loops</a:t>
            </a:r>
          </a:p>
          <a:p>
            <a:r>
              <a:rPr lang="en-US" sz="2800" dirty="0">
                <a:effectLst/>
                <a:latin typeface="NimbusRomNo9L"/>
              </a:rPr>
              <a:t>a field indicating what comes next in the packet (</a:t>
            </a:r>
            <a:r>
              <a:rPr lang="en-US" sz="2800" i="1" dirty="0" err="1">
                <a:effectLst/>
                <a:latin typeface="NimbusRomNo9L"/>
              </a:rPr>
              <a:t>eg</a:t>
            </a:r>
            <a:r>
              <a:rPr lang="en-US" sz="2800" i="1" dirty="0">
                <a:effectLst/>
                <a:latin typeface="NimbusRomNo9L"/>
              </a:rPr>
              <a:t> </a:t>
            </a:r>
            <a:r>
              <a:rPr lang="en-US" sz="2800" dirty="0">
                <a:effectLst/>
                <a:latin typeface="NimbusRomNo9L"/>
              </a:rPr>
              <a:t>TCP v UDP) </a:t>
            </a:r>
          </a:p>
          <a:p>
            <a:r>
              <a:rPr lang="en-US" sz="2800" dirty="0">
                <a:effectLst/>
                <a:latin typeface="NimbusRomNo9L"/>
              </a:rPr>
              <a:t>fields supporting fragmentation and reassembly.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76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A3D17-3CBC-D73A-A519-E48346BAC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IP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4E6C87-9F9A-F8FB-08EF-F25D46144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1969342"/>
            <a:ext cx="11327549" cy="444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58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9BE1C-A20A-8A0C-6F71-CDB259B39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dirty="0"/>
              <a:t>IP Header fields and their meanings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AB35A-482D-BCF7-1CB5-2216433F6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900" b="0" dirty="0">
                <a:effectLst/>
                <a:latin typeface="NimbusRomNo9L"/>
              </a:rPr>
              <a:t>Version: The version number. (IPv4 = </a:t>
            </a:r>
            <a:r>
              <a:rPr lang="en-US" sz="1900" dirty="0">
                <a:effectLst/>
                <a:latin typeface="NimbusRomNo9L"/>
              </a:rPr>
              <a:t>0100). </a:t>
            </a:r>
          </a:p>
          <a:p>
            <a:r>
              <a:rPr lang="en-US" sz="1900" b="0" dirty="0">
                <a:effectLst/>
                <a:latin typeface="NimbusRomNo9L"/>
              </a:rPr>
              <a:t>IHL: </a:t>
            </a:r>
            <a:r>
              <a:rPr lang="en-US" sz="1900" dirty="0">
                <a:effectLst/>
                <a:latin typeface="NimbusRomNo9L"/>
              </a:rPr>
              <a:t>the total IPv4 Header Length, in 32-bit words; (What would be the </a:t>
            </a:r>
            <a:r>
              <a:rPr lang="en-US" sz="1900" dirty="0">
                <a:latin typeface="NimbusRomNo9L"/>
              </a:rPr>
              <a:t>maximum length of </a:t>
            </a:r>
            <a:r>
              <a:rPr lang="en-US" sz="1900" dirty="0">
                <a:effectLst/>
                <a:latin typeface="NimbusRomNo9L"/>
              </a:rPr>
              <a:t>an IPv4 header?)</a:t>
            </a:r>
          </a:p>
          <a:p>
            <a:r>
              <a:rPr lang="en-US" sz="1900" dirty="0">
                <a:effectLst/>
                <a:latin typeface="NimbusRomNo9L"/>
              </a:rPr>
              <a:t>The </a:t>
            </a:r>
            <a:r>
              <a:rPr lang="en-US" sz="1900" b="0" dirty="0">
                <a:effectLst/>
                <a:latin typeface="NimbusRomNo9L"/>
              </a:rPr>
              <a:t>Differentiated Services </a:t>
            </a:r>
            <a:r>
              <a:rPr lang="en-US" sz="1900" dirty="0">
                <a:effectLst/>
                <a:latin typeface="NimbusRomNo9L"/>
              </a:rPr>
              <a:t>(DS): To specify preferential handling for designated packets, </a:t>
            </a:r>
            <a:r>
              <a:rPr lang="en-US" sz="1900" i="1" dirty="0" err="1">
                <a:effectLst/>
                <a:latin typeface="NimbusRomNo9L"/>
              </a:rPr>
              <a:t>eg</a:t>
            </a:r>
            <a:r>
              <a:rPr lang="en-US" sz="1900" i="1" dirty="0">
                <a:effectLst/>
                <a:latin typeface="NimbusRomNo9L"/>
              </a:rPr>
              <a:t> </a:t>
            </a:r>
            <a:r>
              <a:rPr lang="en-US" sz="1900" dirty="0">
                <a:effectLst/>
                <a:latin typeface="NimbusRomNo9L"/>
              </a:rPr>
              <a:t>those involved in VoIP or other real-time protocols. </a:t>
            </a:r>
          </a:p>
          <a:p>
            <a:r>
              <a:rPr lang="en-US" sz="1900" dirty="0">
                <a:effectLst/>
                <a:latin typeface="NimbusRomNo9L"/>
              </a:rPr>
              <a:t>ECN: </a:t>
            </a:r>
            <a:r>
              <a:rPr lang="en-US" sz="1900" b="0" dirty="0">
                <a:effectLst/>
                <a:latin typeface="NimbusRomNo9L"/>
              </a:rPr>
              <a:t>Explicit Congestion Notification </a:t>
            </a:r>
            <a:r>
              <a:rPr lang="en-US" sz="1900" dirty="0">
                <a:effectLst/>
                <a:latin typeface="NimbusRomNo9L"/>
              </a:rPr>
              <a:t>bits are there to allow routers experiencing congestion to mark packets (Why?).</a:t>
            </a:r>
            <a:endParaRPr 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E0FFD0-FBE2-DE8E-8048-8742F59E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357678"/>
            <a:ext cx="5458968" cy="214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563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F0D2F-C7BC-114D-FE05-EBE4DCD9E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18BAE-7151-E049-96F9-C44F0871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600" dirty="0"/>
              <a:t>IP Header fields and their meanings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A510-CAAF-F188-B587-DF1741FB2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4"/>
            <a:ext cx="10680067" cy="3897940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000" b="1" dirty="0">
                <a:effectLst/>
                <a:latin typeface="NimbusRomNo9L"/>
              </a:rPr>
              <a:t>Total Length:</a:t>
            </a:r>
            <a:r>
              <a:rPr lang="en-US" sz="2000" b="0" dirty="0">
                <a:effectLst/>
                <a:latin typeface="NimbusRomNo9L"/>
              </a:rPr>
              <a:t> Length of the IP packet in total. What’s the maximum length?</a:t>
            </a:r>
          </a:p>
          <a:p>
            <a:endParaRPr lang="en-US" sz="2000" dirty="0">
              <a:latin typeface="NimbusRomNo9L"/>
            </a:endParaRPr>
          </a:p>
          <a:p>
            <a:r>
              <a:rPr lang="en-US" sz="2000" b="1" dirty="0">
                <a:latin typeface="NimbusRomNo9L"/>
              </a:rPr>
              <a:t>ID/flags/fragmentation offset </a:t>
            </a:r>
            <a:r>
              <a:rPr lang="en-US" sz="2000" dirty="0">
                <a:latin typeface="NimbusRomNo9L"/>
              </a:rPr>
              <a:t>– used to handle packet fragmentation</a:t>
            </a:r>
          </a:p>
          <a:p>
            <a:endParaRPr lang="en-US" sz="2000" b="0" dirty="0">
              <a:effectLst/>
              <a:latin typeface="NimbusRomNo9L"/>
            </a:endParaRPr>
          </a:p>
          <a:p>
            <a:r>
              <a:rPr lang="en-US" sz="2000" b="1" dirty="0">
                <a:latin typeface="NimbusRomNo9L"/>
              </a:rPr>
              <a:t>Time to live (TTL):</a:t>
            </a:r>
            <a:r>
              <a:rPr lang="en-US" sz="2000" dirty="0">
                <a:latin typeface="NimbusRomNo9L"/>
              </a:rPr>
              <a:t> decreased at each hop. Packet is dropped when TTL reaches 0. (Why?)</a:t>
            </a:r>
          </a:p>
          <a:p>
            <a:endParaRPr lang="en-US" sz="2000" b="0" dirty="0">
              <a:effectLst/>
              <a:latin typeface="NimbusRomNo9L"/>
            </a:endParaRPr>
          </a:p>
          <a:p>
            <a:r>
              <a:rPr lang="en-US" sz="2000" b="1" dirty="0">
                <a:effectLst/>
                <a:latin typeface="NimbusRomNo9L"/>
              </a:rPr>
              <a:t>Protocol: </a:t>
            </a:r>
            <a:r>
              <a:rPr lang="en-US" sz="2000" b="0" dirty="0">
                <a:effectLst/>
                <a:latin typeface="NimbusRomNo9L"/>
              </a:rPr>
              <a:t>What is content of the IP packet? What protocol?</a:t>
            </a:r>
          </a:p>
          <a:p>
            <a:endParaRPr lang="en-US" sz="2000" dirty="0">
              <a:latin typeface="NimbusRomNo9L"/>
            </a:endParaRPr>
          </a:p>
          <a:p>
            <a:r>
              <a:rPr lang="en-US" sz="2000" b="1" dirty="0">
                <a:effectLst/>
                <a:latin typeface="NimbusRomNo9L"/>
              </a:rPr>
              <a:t>Checksum:</a:t>
            </a:r>
            <a:r>
              <a:rPr lang="en-US" sz="2000" b="0" dirty="0">
                <a:effectLst/>
                <a:latin typeface="NimbusRomNo9L"/>
              </a:rPr>
              <a:t> To validate integrity of the header</a:t>
            </a:r>
          </a:p>
          <a:p>
            <a:endParaRPr lang="en-US" sz="2000" b="0" dirty="0">
              <a:effectLst/>
              <a:latin typeface="NimbusRomNo9L"/>
            </a:endParaRPr>
          </a:p>
          <a:p>
            <a:r>
              <a:rPr lang="en-US" sz="2000" b="1" dirty="0">
                <a:latin typeface="NimbusRomNo9L"/>
              </a:rPr>
              <a:t>Source/destination:</a:t>
            </a:r>
            <a:r>
              <a:rPr lang="en-US" sz="2000" dirty="0">
                <a:latin typeface="NimbusRomNo9L"/>
              </a:rPr>
              <a:t> IP address of the source and destination</a:t>
            </a:r>
            <a:endParaRPr lang="en-US" sz="2000" b="0" dirty="0">
              <a:effectLst/>
              <a:latin typeface="NimbusRomNo9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7A603-26E2-9DEA-9874-54F391847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511" y="416144"/>
            <a:ext cx="5458968" cy="214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15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D0C9A8-AD02-AC9E-47E8-BB2A03A31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Can you spoof the source address?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382AF-C31A-0B2B-73B8-D77139A4E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Yes! You can essentially put any source address in the IP header. </a:t>
            </a:r>
          </a:p>
          <a:p>
            <a:r>
              <a:rPr lang="en-US" sz="1800">
                <a:solidFill>
                  <a:schemeClr val="tx2"/>
                </a:solidFill>
              </a:rPr>
              <a:t>The local router won’t check if you put the correct IP</a:t>
            </a:r>
          </a:p>
          <a:p>
            <a:endParaRPr lang="en-US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</a:rPr>
              <a:t>Side effect: A distributed denial of service attack named the Smurf Attack!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Attacker sends out an ICMP echo packet (e.g., a ping request)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The packet has a spoofed IP address as source – the attacker puts the victim’s IP address as source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This fake ping is sent to many servers on the web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The ping responses go to the victim from all these different servers at the same time, essentially crashing it!</a:t>
            </a:r>
          </a:p>
        </p:txBody>
      </p:sp>
    </p:spTree>
    <p:extLst>
      <p:ext uri="{BB962C8B-B14F-4D97-AF65-F5344CB8AC3E}">
        <p14:creationId xmlns:p14="http://schemas.microsoft.com/office/powerpoint/2010/main" val="516988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417BF24C-66F2-8947-9B15-14AEBFF79DCA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90E99EC-4068-3E45-BF44-12D3FFA9A189}">
  <we:reference id="wa200005669" version="2.0.0.0" store="en-US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3411</TotalTime>
  <Words>775</Words>
  <Application>Microsoft Macintosh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Google Sans</vt:lpstr>
      <vt:lpstr>NimbusRomNo9L</vt:lpstr>
      <vt:lpstr>Office Theme</vt:lpstr>
      <vt:lpstr>PowerPoint Presentation</vt:lpstr>
      <vt:lpstr>The Big Picture …</vt:lpstr>
      <vt:lpstr>PowerPoint Presentation</vt:lpstr>
      <vt:lpstr>PowerPoint Presentation</vt:lpstr>
      <vt:lpstr>Internet Protocol (IP)</vt:lpstr>
      <vt:lpstr>IP is ubiquitous</vt:lpstr>
      <vt:lpstr>What does IP do?</vt:lpstr>
      <vt:lpstr>Key design principles in IP</vt:lpstr>
      <vt:lpstr>IP Packet format</vt:lpstr>
      <vt:lpstr>IP Header</vt:lpstr>
      <vt:lpstr>IP Header fields and their meanings</vt:lpstr>
      <vt:lpstr>IP Header fields and their meanings</vt:lpstr>
      <vt:lpstr>Can you spoof the source address?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Hasan, Ragib</dc:creator>
  <cp:lastModifiedBy>Hasan, Ragib</cp:lastModifiedBy>
  <cp:revision>1</cp:revision>
  <dcterms:created xsi:type="dcterms:W3CDTF">2025-02-14T05:38:51Z</dcterms:created>
  <dcterms:modified xsi:type="dcterms:W3CDTF">2025-02-21T00:55:32Z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7542bc-63e5-412b-b0a0-d9586028a7d0_Enabled">
    <vt:lpwstr>true</vt:lpwstr>
  </property>
  <property fmtid="{D5CDD505-2E9C-101B-9397-08002B2CF9AE}" pid="3" name="MSIP_Label_ae7542bc-63e5-412b-b0a0-d9586028a7d0_SetDate">
    <vt:lpwstr>2025-02-14T05:43:22Z</vt:lpwstr>
  </property>
  <property fmtid="{D5CDD505-2E9C-101B-9397-08002B2CF9AE}" pid="4" name="MSIP_Label_ae7542bc-63e5-412b-b0a0-d9586028a7d0_Method">
    <vt:lpwstr>Standard</vt:lpwstr>
  </property>
  <property fmtid="{D5CDD505-2E9C-101B-9397-08002B2CF9AE}" pid="5" name="MSIP_Label_ae7542bc-63e5-412b-b0a0-d9586028a7d0_Name">
    <vt:lpwstr>Sensitive</vt:lpwstr>
  </property>
  <property fmtid="{D5CDD505-2E9C-101B-9397-08002B2CF9AE}" pid="6" name="MSIP_Label_ae7542bc-63e5-412b-b0a0-d9586028a7d0_SiteId">
    <vt:lpwstr>d8999fe4-76af-40b3-b435-1d8977abc08c</vt:lpwstr>
  </property>
  <property fmtid="{D5CDD505-2E9C-101B-9397-08002B2CF9AE}" pid="7" name="MSIP_Label_ae7542bc-63e5-412b-b0a0-d9586028a7d0_ActionId">
    <vt:lpwstr>b6fe99d6-9515-427a-96a7-7b21f56d315e</vt:lpwstr>
  </property>
  <property fmtid="{D5CDD505-2E9C-101B-9397-08002B2CF9AE}" pid="8" name="MSIP_Label_ae7542bc-63e5-412b-b0a0-d9586028a7d0_ContentBits">
    <vt:lpwstr>0</vt:lpwstr>
  </property>
  <property fmtid="{D5CDD505-2E9C-101B-9397-08002B2CF9AE}" pid="9" name="MSIP_Label_ae7542bc-63e5-412b-b0a0-d9586028a7d0_Tag">
    <vt:lpwstr>50, 3, 0, 1</vt:lpwstr>
  </property>
</Properties>
</file>